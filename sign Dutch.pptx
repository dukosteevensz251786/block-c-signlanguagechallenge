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12"/>
  </p:notesMasterIdLst>
  <p:sldIdLst>
    <p:sldId id="256" r:id="rId5"/>
    <p:sldId id="258" r:id="rId6"/>
    <p:sldId id="260" r:id="rId7"/>
    <p:sldId id="278" r:id="rId8"/>
    <p:sldId id="279" r:id="rId9"/>
    <p:sldId id="280" r:id="rId10"/>
    <p:sldId id="281" r:id="rId11"/>
  </p:sldIdLst>
  <p:sldSz cx="9144000" cy="5143500" type="screen16x9"/>
  <p:notesSz cx="6858000" cy="9144000"/>
  <p:embeddedFontLst>
    <p:embeddedFont>
      <p:font typeface="Aldrich" panose="020B0604020202020204" charset="0"/>
      <p:regular r:id="rId13"/>
    </p:embeddedFont>
    <p:embeddedFont>
      <p:font typeface="Saira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FA6C2D3-0246-413B-AE77-064004CC87F2}">
  <a:tblStyle styleId="{5FA6C2D3-0246-413B-AE77-064004CC87F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C26A4E9-0C15-44C4-92D4-A350B53876C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588" y="3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Google Shape;1505;g1e81e8eaf5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6" name="Google Shape;1506;g1e81e8eaf5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1e81e8eaf55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1e81e8eaf55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BE7A4933-5595-C8BF-AB8D-7461430DF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1e81e8eaf55_0_194:notes">
            <a:extLst>
              <a:ext uri="{FF2B5EF4-FFF2-40B4-BE49-F238E27FC236}">
                <a16:creationId xmlns:a16="http://schemas.microsoft.com/office/drawing/2014/main" id="{8D4871B7-0BAD-9006-CFBC-FB18C9C812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1e81e8eaf55_0_194:notes">
            <a:extLst>
              <a:ext uri="{FF2B5EF4-FFF2-40B4-BE49-F238E27FC236}">
                <a16:creationId xmlns:a16="http://schemas.microsoft.com/office/drawing/2014/main" id="{7B3832C2-21CF-F01A-26EE-166DBCAC1B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58151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9C966621-9B88-8EB0-162A-FAF5F6C98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1e81e8eaf55_0_194:notes">
            <a:extLst>
              <a:ext uri="{FF2B5EF4-FFF2-40B4-BE49-F238E27FC236}">
                <a16:creationId xmlns:a16="http://schemas.microsoft.com/office/drawing/2014/main" id="{85CE9B17-BF7C-9035-F017-C79CE9646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1e81e8eaf55_0_194:notes">
            <a:extLst>
              <a:ext uri="{FF2B5EF4-FFF2-40B4-BE49-F238E27FC236}">
                <a16:creationId xmlns:a16="http://schemas.microsoft.com/office/drawing/2014/main" id="{CE1C6764-1E46-A413-2533-2EDA97E4E5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807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131744A3-E001-01F2-009D-2F7F6D253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1e81e8eaf55_0_194:notes">
            <a:extLst>
              <a:ext uri="{FF2B5EF4-FFF2-40B4-BE49-F238E27FC236}">
                <a16:creationId xmlns:a16="http://schemas.microsoft.com/office/drawing/2014/main" id="{0AE94C50-A17D-B078-A6F8-89B0255B1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1e81e8eaf55_0_194:notes">
            <a:extLst>
              <a:ext uri="{FF2B5EF4-FFF2-40B4-BE49-F238E27FC236}">
                <a16:creationId xmlns:a16="http://schemas.microsoft.com/office/drawing/2014/main" id="{456B6C31-4E19-1355-2D05-62364A19A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58866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>
          <a:extLst>
            <a:ext uri="{FF2B5EF4-FFF2-40B4-BE49-F238E27FC236}">
              <a16:creationId xmlns:a16="http://schemas.microsoft.com/office/drawing/2014/main" id="{319345F0-3E76-D2C1-F1E5-15322BD7F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1e81e8eaf55_0_194:notes">
            <a:extLst>
              <a:ext uri="{FF2B5EF4-FFF2-40B4-BE49-F238E27FC236}">
                <a16:creationId xmlns:a16="http://schemas.microsoft.com/office/drawing/2014/main" id="{906D26A1-122D-8143-8A7D-572BE33FB1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1e81e8eaf55_0_194:notes">
            <a:extLst>
              <a:ext uri="{FF2B5EF4-FFF2-40B4-BE49-F238E27FC236}">
                <a16:creationId xmlns:a16="http://schemas.microsoft.com/office/drawing/2014/main" id="{D04EF134-FA86-0E55-2ACD-F7CEDAC462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324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68675" y="1027819"/>
            <a:ext cx="6006600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962600" y="3706181"/>
            <a:ext cx="52188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133023" y="2480375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2475223" y="1291225"/>
            <a:ext cx="1080000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>
            <a:spLocks noGrp="1"/>
          </p:cNvSpPr>
          <p:nvPr>
            <p:ph type="pic" idx="3"/>
          </p:nvPr>
        </p:nvSpPr>
        <p:spPr>
          <a:xfrm>
            <a:off x="5406576" y="694950"/>
            <a:ext cx="2604300" cy="3753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oogle Shape;17;p3"/>
          <p:cNvGrpSpPr/>
          <p:nvPr/>
        </p:nvGrpSpPr>
        <p:grpSpPr>
          <a:xfrm>
            <a:off x="8161834" y="75534"/>
            <a:ext cx="3751693" cy="1477275"/>
            <a:chOff x="8161834" y="75534"/>
            <a:chExt cx="3751693" cy="1477275"/>
          </a:xfrm>
        </p:grpSpPr>
        <p:grpSp>
          <p:nvGrpSpPr>
            <p:cNvPr id="18" name="Google Shape;18;p3"/>
            <p:cNvGrpSpPr/>
            <p:nvPr/>
          </p:nvGrpSpPr>
          <p:grpSpPr>
            <a:xfrm>
              <a:off x="8371972" y="75540"/>
              <a:ext cx="3541556" cy="1323917"/>
              <a:chOff x="2133050" y="2071900"/>
              <a:chExt cx="2132825" cy="797300"/>
            </a:xfrm>
          </p:grpSpPr>
          <p:sp>
            <p:nvSpPr>
              <p:cNvPr id="19" name="Google Shape;19;p3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0;p3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1;p3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3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3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3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3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6;p3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3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3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3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3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3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3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3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3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35;p3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36;p3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Google Shape;37;p3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Google Shape;38;p3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39;p3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40;p3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45;p3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Google Shape;46;p3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" name="Google Shape;49;p3"/>
            <p:cNvSpPr/>
            <p:nvPr/>
          </p:nvSpPr>
          <p:spPr>
            <a:xfrm>
              <a:off x="8161834" y="721209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50" name="Google Shape;50;p3"/>
            <p:cNvSpPr/>
            <p:nvPr/>
          </p:nvSpPr>
          <p:spPr>
            <a:xfrm>
              <a:off x="9036759" y="75534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Saira"/>
                <a:ea typeface="Saira"/>
                <a:cs typeface="Saira"/>
                <a:sym typeface="Saira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14" name="Google Shape;314;p8"/>
          <p:cNvGrpSpPr/>
          <p:nvPr/>
        </p:nvGrpSpPr>
        <p:grpSpPr>
          <a:xfrm>
            <a:off x="126425" y="3058850"/>
            <a:ext cx="1694475" cy="3126028"/>
            <a:chOff x="126425" y="3058850"/>
            <a:chExt cx="1694475" cy="3126028"/>
          </a:xfrm>
        </p:grpSpPr>
        <p:grpSp>
          <p:nvGrpSpPr>
            <p:cNvPr id="315" name="Google Shape;315;p8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316" name="Google Shape;316;p8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8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8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8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8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8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8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8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8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8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8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8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8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8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8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8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8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8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8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8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37" name="Google Shape;337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8" name="Google Shape;33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43550" y="39231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9" name="Google Shape;33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126425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0" name="Google Shape;340;p8"/>
          <p:cNvGrpSpPr/>
          <p:nvPr/>
        </p:nvGrpSpPr>
        <p:grpSpPr>
          <a:xfrm>
            <a:off x="7114525" y="-120600"/>
            <a:ext cx="3487326" cy="2515170"/>
            <a:chOff x="7114525" y="-120600"/>
            <a:chExt cx="3487326" cy="2515170"/>
          </a:xfrm>
        </p:grpSpPr>
        <p:grpSp>
          <p:nvGrpSpPr>
            <p:cNvPr id="341" name="Google Shape;341;p8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342" name="Google Shape;342;p8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8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8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8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8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8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8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8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8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8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8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8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8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8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8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8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8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8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8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8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8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8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8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8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8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8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68" name="Google Shape;36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145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9" name="Google Shape;36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902550" y="-1206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0" name="Google Shape;370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073525" y="1016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"/>
          <p:cNvSpPr txBox="1">
            <a:spLocks noGrp="1"/>
          </p:cNvSpPr>
          <p:nvPr>
            <p:ph type="title"/>
          </p:nvPr>
        </p:nvSpPr>
        <p:spPr>
          <a:xfrm>
            <a:off x="2241450" y="1583838"/>
            <a:ext cx="4661100" cy="98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74" name="Google Shape;374;p9"/>
          <p:cNvSpPr txBox="1">
            <a:spLocks noGrp="1"/>
          </p:cNvSpPr>
          <p:nvPr>
            <p:ph type="subTitle" idx="1"/>
          </p:nvPr>
        </p:nvSpPr>
        <p:spPr>
          <a:xfrm>
            <a:off x="2241450" y="2565163"/>
            <a:ext cx="4661100" cy="99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375" name="Google Shape;375;p9"/>
          <p:cNvGrpSpPr/>
          <p:nvPr/>
        </p:nvGrpSpPr>
        <p:grpSpPr>
          <a:xfrm>
            <a:off x="-1684333" y="361707"/>
            <a:ext cx="3490358" cy="1733468"/>
            <a:chOff x="-1684333" y="361707"/>
            <a:chExt cx="3490358" cy="1733468"/>
          </a:xfrm>
        </p:grpSpPr>
        <p:grpSp>
          <p:nvGrpSpPr>
            <p:cNvPr id="376" name="Google Shape;376;p9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377" name="Google Shape;377;p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98" name="Google Shape;398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28675" y="7617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9" name="Google Shape;399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37750" y="91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0" name="Google Shape;400;p9"/>
          <p:cNvGrpSpPr/>
          <p:nvPr/>
        </p:nvGrpSpPr>
        <p:grpSpPr>
          <a:xfrm>
            <a:off x="7323150" y="3559675"/>
            <a:ext cx="4020937" cy="1950500"/>
            <a:chOff x="7323150" y="3559675"/>
            <a:chExt cx="4020937" cy="1950500"/>
          </a:xfrm>
        </p:grpSpPr>
        <p:grpSp>
          <p:nvGrpSpPr>
            <p:cNvPr id="401" name="Google Shape;401;p9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402" name="Google Shape;402;p9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9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9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9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9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9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9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9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9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9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9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9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9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9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9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9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9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9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9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9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9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9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32" name="Google Shape;432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23150" y="4207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3" name="Google Shape;433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82150" y="3559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4" name="Google Shape;434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63950" y="433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p1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38" name="Google Shape;438;p10"/>
          <p:cNvGrpSpPr/>
          <p:nvPr/>
        </p:nvGrpSpPr>
        <p:grpSpPr>
          <a:xfrm>
            <a:off x="-1642006" y="-243575"/>
            <a:ext cx="3539356" cy="2528970"/>
            <a:chOff x="-1642006" y="-243575"/>
            <a:chExt cx="3539356" cy="2528970"/>
          </a:xfrm>
        </p:grpSpPr>
        <p:grpSp>
          <p:nvGrpSpPr>
            <p:cNvPr id="439" name="Google Shape;439;p10"/>
            <p:cNvGrpSpPr/>
            <p:nvPr/>
          </p:nvGrpSpPr>
          <p:grpSpPr>
            <a:xfrm flipH="1">
              <a:off x="-1642006" y="159248"/>
              <a:ext cx="3134546" cy="2126147"/>
              <a:chOff x="2280775" y="570800"/>
              <a:chExt cx="1702725" cy="1154950"/>
            </a:xfrm>
          </p:grpSpPr>
          <p:sp>
            <p:nvSpPr>
              <p:cNvPr id="440" name="Google Shape;440;p10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10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10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10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10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10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0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10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10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0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0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0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0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0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0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10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10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10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0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10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10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0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0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10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10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10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66" name="Google Shape;466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293125" y="888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7" name="Google Shape;467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20000" y="633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8" name="Google Shape;468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-243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9" name="Google Shape;469;p10"/>
          <p:cNvGrpSpPr/>
          <p:nvPr/>
        </p:nvGrpSpPr>
        <p:grpSpPr>
          <a:xfrm>
            <a:off x="7370500" y="2551650"/>
            <a:ext cx="1600406" cy="3176028"/>
            <a:chOff x="7370500" y="2551650"/>
            <a:chExt cx="1600406" cy="3176028"/>
          </a:xfrm>
        </p:grpSpPr>
        <p:grpSp>
          <p:nvGrpSpPr>
            <p:cNvPr id="470" name="Google Shape;470;p10"/>
            <p:cNvGrpSpPr/>
            <p:nvPr/>
          </p:nvGrpSpPr>
          <p:grpSpPr>
            <a:xfrm flipH="1">
              <a:off x="7929690" y="3156034"/>
              <a:ext cx="1041216" cy="2571644"/>
              <a:chOff x="4709050" y="974800"/>
              <a:chExt cx="684425" cy="1690425"/>
            </a:xfrm>
          </p:grpSpPr>
          <p:sp>
            <p:nvSpPr>
              <p:cNvPr id="471" name="Google Shape;471;p10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10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10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10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10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10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10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10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10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10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10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0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10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10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10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10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10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10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0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10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10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92" name="Google Shape;492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08525" y="255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3" name="Google Shape;493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70500" y="35032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1" name="Google Shape;561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13"/>
          <p:cNvSpPr txBox="1">
            <a:spLocks noGrp="1"/>
          </p:cNvSpPr>
          <p:nvPr>
            <p:ph type="title" hasCustomPrompt="1"/>
          </p:nvPr>
        </p:nvSpPr>
        <p:spPr>
          <a:xfrm>
            <a:off x="1293604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3" name="Google Shape;563;p13"/>
          <p:cNvSpPr txBox="1">
            <a:spLocks noGrp="1"/>
          </p:cNvSpPr>
          <p:nvPr>
            <p:ph type="title" idx="2" hasCustomPrompt="1"/>
          </p:nvPr>
        </p:nvSpPr>
        <p:spPr>
          <a:xfrm>
            <a:off x="3883926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4" name="Google Shape;564;p13"/>
          <p:cNvSpPr txBox="1">
            <a:spLocks noGrp="1"/>
          </p:cNvSpPr>
          <p:nvPr>
            <p:ph type="title" idx="3" hasCustomPrompt="1"/>
          </p:nvPr>
        </p:nvSpPr>
        <p:spPr>
          <a:xfrm>
            <a:off x="6471600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5" name="Google Shape;565;p13"/>
          <p:cNvSpPr txBox="1">
            <a:spLocks noGrp="1"/>
          </p:cNvSpPr>
          <p:nvPr>
            <p:ph type="title" idx="4" hasCustomPrompt="1"/>
          </p:nvPr>
        </p:nvSpPr>
        <p:spPr>
          <a:xfrm>
            <a:off x="1293604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6" name="Google Shape;566;p13"/>
          <p:cNvSpPr txBox="1">
            <a:spLocks noGrp="1"/>
          </p:cNvSpPr>
          <p:nvPr>
            <p:ph type="title" idx="5" hasCustomPrompt="1"/>
          </p:nvPr>
        </p:nvSpPr>
        <p:spPr>
          <a:xfrm>
            <a:off x="3883926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7" name="Google Shape;567;p13"/>
          <p:cNvSpPr txBox="1">
            <a:spLocks noGrp="1"/>
          </p:cNvSpPr>
          <p:nvPr>
            <p:ph type="title" idx="6" hasCustomPrompt="1"/>
          </p:nvPr>
        </p:nvSpPr>
        <p:spPr>
          <a:xfrm>
            <a:off x="6471600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8" name="Google Shape;568;p13"/>
          <p:cNvSpPr txBox="1">
            <a:spLocks noGrp="1"/>
          </p:cNvSpPr>
          <p:nvPr>
            <p:ph type="title" idx="7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13"/>
          <p:cNvSpPr txBox="1">
            <a:spLocks noGrp="1"/>
          </p:cNvSpPr>
          <p:nvPr>
            <p:ph type="subTitle" idx="1"/>
          </p:nvPr>
        </p:nvSpPr>
        <p:spPr>
          <a:xfrm>
            <a:off x="720002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0" name="Google Shape;570;p13"/>
          <p:cNvSpPr txBox="1">
            <a:spLocks noGrp="1"/>
          </p:cNvSpPr>
          <p:nvPr>
            <p:ph type="subTitle" idx="8"/>
          </p:nvPr>
        </p:nvSpPr>
        <p:spPr>
          <a:xfrm>
            <a:off x="3310324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1" name="Google Shape;571;p13"/>
          <p:cNvSpPr txBox="1">
            <a:spLocks noGrp="1"/>
          </p:cNvSpPr>
          <p:nvPr>
            <p:ph type="subTitle" idx="9"/>
          </p:nvPr>
        </p:nvSpPr>
        <p:spPr>
          <a:xfrm>
            <a:off x="5897998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2" name="Google Shape;572;p13"/>
          <p:cNvSpPr txBox="1">
            <a:spLocks noGrp="1"/>
          </p:cNvSpPr>
          <p:nvPr>
            <p:ph type="subTitle" idx="13"/>
          </p:nvPr>
        </p:nvSpPr>
        <p:spPr>
          <a:xfrm>
            <a:off x="720002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3" name="Google Shape;573;p13"/>
          <p:cNvSpPr txBox="1">
            <a:spLocks noGrp="1"/>
          </p:cNvSpPr>
          <p:nvPr>
            <p:ph type="subTitle" idx="14"/>
          </p:nvPr>
        </p:nvSpPr>
        <p:spPr>
          <a:xfrm>
            <a:off x="3310324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subTitle" idx="15"/>
          </p:nvPr>
        </p:nvSpPr>
        <p:spPr>
          <a:xfrm>
            <a:off x="5897998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grpSp>
        <p:nvGrpSpPr>
          <p:cNvPr id="575" name="Google Shape;575;p13"/>
          <p:cNvGrpSpPr/>
          <p:nvPr/>
        </p:nvGrpSpPr>
        <p:grpSpPr>
          <a:xfrm>
            <a:off x="7594475" y="-1910625"/>
            <a:ext cx="2151567" cy="3381325"/>
            <a:chOff x="7594475" y="-1910625"/>
            <a:chExt cx="2151567" cy="3381325"/>
          </a:xfrm>
        </p:grpSpPr>
        <p:grpSp>
          <p:nvGrpSpPr>
            <p:cNvPr id="576" name="Google Shape;576;p13"/>
            <p:cNvGrpSpPr/>
            <p:nvPr/>
          </p:nvGrpSpPr>
          <p:grpSpPr>
            <a:xfrm rot="-5400000">
              <a:off x="7339390" y="-1084534"/>
              <a:ext cx="3232743" cy="1580562"/>
              <a:chOff x="2191675" y="4192425"/>
              <a:chExt cx="1929650" cy="943450"/>
            </a:xfrm>
          </p:grpSpPr>
          <p:sp>
            <p:nvSpPr>
              <p:cNvPr id="577" name="Google Shape;577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Google Shape;596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Google Shape;612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19" name="Google Shape;619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94475" y="-27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0" name="Google Shape;620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18950" y="2933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1" name="Google Shape;621;p13"/>
          <p:cNvGrpSpPr/>
          <p:nvPr/>
        </p:nvGrpSpPr>
        <p:grpSpPr>
          <a:xfrm>
            <a:off x="-500554" y="3650100"/>
            <a:ext cx="2057554" cy="3254804"/>
            <a:chOff x="-500554" y="3650100"/>
            <a:chExt cx="2057554" cy="3254804"/>
          </a:xfrm>
        </p:grpSpPr>
        <p:grpSp>
          <p:nvGrpSpPr>
            <p:cNvPr id="622" name="Google Shape;622;p13"/>
            <p:cNvGrpSpPr/>
            <p:nvPr/>
          </p:nvGrpSpPr>
          <p:grpSpPr>
            <a:xfrm rot="-5400000">
              <a:off x="-1283301" y="4624525"/>
              <a:ext cx="3063126" cy="1497633"/>
              <a:chOff x="2191675" y="4192425"/>
              <a:chExt cx="1929650" cy="943450"/>
            </a:xfrm>
          </p:grpSpPr>
          <p:sp>
            <p:nvSpPr>
              <p:cNvPr id="623" name="Google Shape;623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65" name="Google Shape;665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379650" y="41928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6" name="Google Shape;666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80275" y="3650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2" name="Google Shape;1282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3" name="Google Shape;1283;p24"/>
          <p:cNvGrpSpPr/>
          <p:nvPr/>
        </p:nvGrpSpPr>
        <p:grpSpPr>
          <a:xfrm>
            <a:off x="66900" y="3058850"/>
            <a:ext cx="1768875" cy="3126028"/>
            <a:chOff x="66900" y="3058850"/>
            <a:chExt cx="1768875" cy="3126028"/>
          </a:xfrm>
        </p:grpSpPr>
        <p:grpSp>
          <p:nvGrpSpPr>
            <p:cNvPr id="1284" name="Google Shape;1284;p24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285" name="Google Shape;1285;p24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4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4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4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4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4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24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24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24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24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4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4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4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24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24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24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24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24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24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24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4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06" name="Google Shape;1306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7" name="Google Shape;130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58425" y="38840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8" name="Google Shape;130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6900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09" name="Google Shape;1309;p24"/>
          <p:cNvGrpSpPr/>
          <p:nvPr/>
        </p:nvGrpSpPr>
        <p:grpSpPr>
          <a:xfrm>
            <a:off x="7107050" y="-104675"/>
            <a:ext cx="3494801" cy="2499245"/>
            <a:chOff x="7107050" y="-104675"/>
            <a:chExt cx="3494801" cy="2499245"/>
          </a:xfrm>
        </p:grpSpPr>
        <p:grpSp>
          <p:nvGrpSpPr>
            <p:cNvPr id="1310" name="Google Shape;1310;p24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311" name="Google Shape;1311;p24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4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24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24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24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24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24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24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24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24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24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24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24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24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24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24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24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24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24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24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24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24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24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24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24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4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37" name="Google Shape;133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07050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8" name="Google Shape;133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03050" y="-104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9" name="Google Shape;1339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00400" y="1072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1" name="Google Shape;1341;p2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2" name="Google Shape;1342;p25"/>
          <p:cNvGrpSpPr/>
          <p:nvPr/>
        </p:nvGrpSpPr>
        <p:grpSpPr>
          <a:xfrm>
            <a:off x="-1684333" y="361707"/>
            <a:ext cx="3460658" cy="1726043"/>
            <a:chOff x="-1684333" y="361707"/>
            <a:chExt cx="3460658" cy="1726043"/>
          </a:xfrm>
        </p:grpSpPr>
        <p:grpSp>
          <p:nvGrpSpPr>
            <p:cNvPr id="1343" name="Google Shape;1343;p25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1344" name="Google Shape;1344;p25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25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25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25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25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25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25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25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25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25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25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25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25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25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25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25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25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25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25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25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25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65" name="Google Shape;1365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98975" y="776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6" name="Google Shape;1366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67450" y="9104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67" name="Google Shape;1367;p25"/>
          <p:cNvGrpSpPr/>
          <p:nvPr/>
        </p:nvGrpSpPr>
        <p:grpSpPr>
          <a:xfrm>
            <a:off x="7352875" y="3702559"/>
            <a:ext cx="3991212" cy="1778866"/>
            <a:chOff x="7352875" y="3702559"/>
            <a:chExt cx="3991212" cy="1778866"/>
          </a:xfrm>
        </p:grpSpPr>
        <p:grpSp>
          <p:nvGrpSpPr>
            <p:cNvPr id="1368" name="Google Shape;1368;p25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1369" name="Google Shape;1369;p25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25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25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5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5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25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Google Shape;1375;p25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5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25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25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25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25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5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25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25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25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25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25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25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25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Google Shape;1389;p25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Google Shape;1390;p25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Google Shape;1391;p25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Google Shape;1392;p25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Google Shape;1393;p25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Google Shape;1394;p25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Google Shape;1395;p25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Google Shape;1396;p25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25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Google Shape;1398;p25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99" name="Google Shape;1399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52875" y="42223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0" name="Google Shape;1400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71350" y="43040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drich"/>
              <a:buNone/>
              <a:defRPr sz="35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4" r:id="rId3"/>
    <p:sldLayoutId id="2147483655" r:id="rId4"/>
    <p:sldLayoutId id="2147483656" r:id="rId5"/>
    <p:sldLayoutId id="2147483658" r:id="rId6"/>
    <p:sldLayoutId id="2147483659" r:id="rId7"/>
    <p:sldLayoutId id="2147483670" r:id="rId8"/>
    <p:sldLayoutId id="2147483671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29"/>
          <p:cNvSpPr txBox="1">
            <a:spLocks noGrp="1"/>
          </p:cNvSpPr>
          <p:nvPr>
            <p:ph type="ctrTitle"/>
          </p:nvPr>
        </p:nvSpPr>
        <p:spPr>
          <a:xfrm>
            <a:off x="1568675" y="1027819"/>
            <a:ext cx="6006600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noProof="0" dirty="0"/>
              <a:t>Sign language detection</a:t>
            </a:r>
          </a:p>
        </p:txBody>
      </p:sp>
      <p:sp>
        <p:nvSpPr>
          <p:cNvPr id="1412" name="Google Shape;1412;p29"/>
          <p:cNvSpPr txBox="1">
            <a:spLocks noGrp="1"/>
          </p:cNvSpPr>
          <p:nvPr>
            <p:ph type="subTitle" idx="1"/>
          </p:nvPr>
        </p:nvSpPr>
        <p:spPr>
          <a:xfrm>
            <a:off x="-14582" y="4163155"/>
            <a:ext cx="5281480" cy="12489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US" sz="1100" noProof="0" dirty="0"/>
              <a:t>Szabó, Marcell (255131)</a:t>
            </a:r>
          </a:p>
          <a:p>
            <a:pPr marL="0" lvl="0" indent="0" algn="l"/>
            <a:r>
              <a:rPr lang="en-US" sz="1100" noProof="0" dirty="0"/>
              <a:t>Barnard, Francois (252338)</a:t>
            </a:r>
          </a:p>
          <a:p>
            <a:pPr marL="0" lvl="0" indent="0" algn="l"/>
            <a:r>
              <a:rPr lang="en-US" sz="1100" noProof="0" dirty="0"/>
              <a:t>Steevensz, Duko (251786)</a:t>
            </a:r>
          </a:p>
          <a:p>
            <a:pPr marL="0" lvl="0" indent="0" algn="l"/>
            <a:endParaRPr lang="en-US" sz="1100" noProof="0" dirty="0"/>
          </a:p>
          <a:p>
            <a:pPr marL="0" indent="0" algn="l"/>
            <a:r>
              <a:rPr lang="en-US" sz="1100" noProof="0" dirty="0"/>
              <a:t>30-1-2026</a:t>
            </a:r>
          </a:p>
          <a:p>
            <a:pPr marL="0" lvl="0" indent="0" algn="l"/>
            <a:endParaRPr lang="en-US" sz="1100" noProof="0" dirty="0"/>
          </a:p>
        </p:txBody>
      </p:sp>
      <p:cxnSp>
        <p:nvCxnSpPr>
          <p:cNvPr id="1413" name="Google Shape;1413;p29"/>
          <p:cNvCxnSpPr/>
          <p:nvPr/>
        </p:nvCxnSpPr>
        <p:spPr>
          <a:xfrm>
            <a:off x="2145900" y="3459619"/>
            <a:ext cx="4852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grpSp>
        <p:nvGrpSpPr>
          <p:cNvPr id="1414" name="Google Shape;1414;p29"/>
          <p:cNvGrpSpPr/>
          <p:nvPr/>
        </p:nvGrpSpPr>
        <p:grpSpPr>
          <a:xfrm>
            <a:off x="6538975" y="3223326"/>
            <a:ext cx="1731700" cy="3126028"/>
            <a:chOff x="0" y="3058850"/>
            <a:chExt cx="1731700" cy="3126028"/>
          </a:xfrm>
        </p:grpSpPr>
        <p:grpSp>
          <p:nvGrpSpPr>
            <p:cNvPr id="1415" name="Google Shape;1415;p29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416" name="Google Shape;1416;p29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17" name="Google Shape;1417;p29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18" name="Google Shape;1418;p29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19" name="Google Shape;1419;p29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0" name="Google Shape;1420;p29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1" name="Google Shape;1421;p29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2" name="Google Shape;1422;p29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8" name="Google Shape;1428;p29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29" name="Google Shape;1429;p29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3" name="Google Shape;1433;p29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4" name="Google Shape;1434;p29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pic>
          <p:nvPicPr>
            <p:cNvPr id="1437" name="Google Shape;143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8" name="Google Shape;143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42362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39" name="Google Shape;1439;p29"/>
          <p:cNvGrpSpPr/>
          <p:nvPr/>
        </p:nvGrpSpPr>
        <p:grpSpPr>
          <a:xfrm>
            <a:off x="7093325" y="-149525"/>
            <a:ext cx="3508526" cy="2544095"/>
            <a:chOff x="7093325" y="-149525"/>
            <a:chExt cx="3508526" cy="2544095"/>
          </a:xfrm>
        </p:grpSpPr>
        <p:grpSp>
          <p:nvGrpSpPr>
            <p:cNvPr id="1440" name="Google Shape;1440;p29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441" name="Google Shape;1441;p29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6" name="Google Shape;1446;p29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7" name="Google Shape;1447;p29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1" name="Google Shape;1451;p29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2" name="Google Shape;1452;p29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6" name="Google Shape;1456;p29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7" name="Google Shape;1457;p29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0" name="Google Shape;1460;p29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1" name="Google Shape;1461;p29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4" name="Google Shape;1464;p29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5" name="Google Shape;1465;p29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pic>
          <p:nvPicPr>
            <p:cNvPr id="1467" name="Google Shape;146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0933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8" name="Google Shape;146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40225" y="-1495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9" name="Google Shape;1469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26000" y="102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0" name="Google Shape;1470;p29"/>
          <p:cNvGrpSpPr/>
          <p:nvPr/>
        </p:nvGrpSpPr>
        <p:grpSpPr>
          <a:xfrm>
            <a:off x="-1312494" y="155294"/>
            <a:ext cx="3417969" cy="1688482"/>
            <a:chOff x="-1312494" y="155294"/>
            <a:chExt cx="3417969" cy="1688482"/>
          </a:xfrm>
        </p:grpSpPr>
        <p:grpSp>
          <p:nvGrpSpPr>
            <p:cNvPr id="1471" name="Google Shape;1471;p29"/>
            <p:cNvGrpSpPr/>
            <p:nvPr/>
          </p:nvGrpSpPr>
          <p:grpSpPr>
            <a:xfrm>
              <a:off x="-1312494" y="155294"/>
              <a:ext cx="2907181" cy="1177348"/>
              <a:chOff x="2442775" y="3274750"/>
              <a:chExt cx="1690025" cy="684425"/>
            </a:xfrm>
          </p:grpSpPr>
          <p:sp>
            <p:nvSpPr>
              <p:cNvPr id="1472" name="Google Shape;1472;p2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3" name="Google Shape;1473;p2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4" name="Google Shape;1474;p2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5" name="Google Shape;1475;p2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6" name="Google Shape;1476;p2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7" name="Google Shape;1477;p2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8" name="Google Shape;1478;p2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79" name="Google Shape;1479;p2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0" name="Google Shape;1480;p2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1" name="Google Shape;1481;p2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2" name="Google Shape;1482;p2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3" name="Google Shape;1483;p2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4" name="Google Shape;1484;p2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5" name="Google Shape;1485;p2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6" name="Google Shape;1486;p2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7" name="Google Shape;1487;p2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8" name="Google Shape;1488;p2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89" name="Google Shape;1489;p2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90" name="Google Shape;1490;p2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91" name="Google Shape;1491;p2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492" name="Google Shape;1492;p2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pic>
          <p:nvPicPr>
            <p:cNvPr id="1493" name="Google Shape;1493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666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4" name="Google Shape;1494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928125" y="5350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8" name="Google Shape;1508;p31"/>
          <p:cNvSpPr txBox="1">
            <a:spLocks noGrp="1"/>
          </p:cNvSpPr>
          <p:nvPr>
            <p:ph type="subTitle" idx="1"/>
          </p:nvPr>
        </p:nvSpPr>
        <p:spPr>
          <a:xfrm>
            <a:off x="720002" y="2130425"/>
            <a:ext cx="252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The Problem</a:t>
            </a:r>
          </a:p>
        </p:txBody>
      </p:sp>
      <p:sp>
        <p:nvSpPr>
          <p:cNvPr id="1509" name="Google Shape;1509;p31"/>
          <p:cNvSpPr txBox="1">
            <a:spLocks noGrp="1"/>
          </p:cNvSpPr>
          <p:nvPr>
            <p:ph type="title"/>
          </p:nvPr>
        </p:nvSpPr>
        <p:spPr>
          <a:xfrm>
            <a:off x="1293604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01</a:t>
            </a:r>
          </a:p>
        </p:txBody>
      </p:sp>
      <p:sp>
        <p:nvSpPr>
          <p:cNvPr id="1510" name="Google Shape;1510;p31"/>
          <p:cNvSpPr txBox="1">
            <a:spLocks noGrp="1"/>
          </p:cNvSpPr>
          <p:nvPr>
            <p:ph type="title" idx="2"/>
          </p:nvPr>
        </p:nvSpPr>
        <p:spPr>
          <a:xfrm>
            <a:off x="3883926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02</a:t>
            </a:r>
          </a:p>
        </p:txBody>
      </p:sp>
      <p:sp>
        <p:nvSpPr>
          <p:cNvPr id="1511" name="Google Shape;1511;p31"/>
          <p:cNvSpPr txBox="1">
            <a:spLocks noGrp="1"/>
          </p:cNvSpPr>
          <p:nvPr>
            <p:ph type="title" idx="3"/>
          </p:nvPr>
        </p:nvSpPr>
        <p:spPr>
          <a:xfrm>
            <a:off x="6471600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03</a:t>
            </a:r>
          </a:p>
        </p:txBody>
      </p:sp>
      <p:sp>
        <p:nvSpPr>
          <p:cNvPr id="1512" name="Google Shape;1512;p31"/>
          <p:cNvSpPr txBox="1">
            <a:spLocks noGrp="1"/>
          </p:cNvSpPr>
          <p:nvPr>
            <p:ph type="title" idx="4"/>
          </p:nvPr>
        </p:nvSpPr>
        <p:spPr>
          <a:xfrm>
            <a:off x="2556752" y="343122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04</a:t>
            </a:r>
          </a:p>
        </p:txBody>
      </p:sp>
      <p:sp>
        <p:nvSpPr>
          <p:cNvPr id="1513" name="Google Shape;1513;p31"/>
          <p:cNvSpPr txBox="1">
            <a:spLocks noGrp="1"/>
          </p:cNvSpPr>
          <p:nvPr>
            <p:ph type="title" idx="5"/>
          </p:nvPr>
        </p:nvSpPr>
        <p:spPr>
          <a:xfrm>
            <a:off x="5147074" y="343122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05</a:t>
            </a:r>
          </a:p>
        </p:txBody>
      </p:sp>
      <p:sp>
        <p:nvSpPr>
          <p:cNvPr id="1515" name="Google Shape;1515;p31"/>
          <p:cNvSpPr txBox="1">
            <a:spLocks noGrp="1"/>
          </p:cNvSpPr>
          <p:nvPr>
            <p:ph type="title" idx="7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Table of contents</a:t>
            </a:r>
          </a:p>
        </p:txBody>
      </p:sp>
      <p:sp>
        <p:nvSpPr>
          <p:cNvPr id="1516" name="Google Shape;1516;p31"/>
          <p:cNvSpPr txBox="1">
            <a:spLocks noGrp="1"/>
          </p:cNvSpPr>
          <p:nvPr>
            <p:ph type="subTitle" idx="8"/>
          </p:nvPr>
        </p:nvSpPr>
        <p:spPr>
          <a:xfrm>
            <a:off x="3310324" y="2130425"/>
            <a:ext cx="252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Solution</a:t>
            </a:r>
          </a:p>
        </p:txBody>
      </p:sp>
      <p:sp>
        <p:nvSpPr>
          <p:cNvPr id="1517" name="Google Shape;1517;p31"/>
          <p:cNvSpPr txBox="1">
            <a:spLocks noGrp="1"/>
          </p:cNvSpPr>
          <p:nvPr>
            <p:ph type="subTitle" idx="9"/>
          </p:nvPr>
        </p:nvSpPr>
        <p:spPr>
          <a:xfrm>
            <a:off x="5897998" y="2130425"/>
            <a:ext cx="252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</a:t>
            </a:r>
            <a:endParaRPr lang="en-US" noProof="0" dirty="0"/>
          </a:p>
        </p:txBody>
      </p:sp>
      <p:sp>
        <p:nvSpPr>
          <p:cNvPr id="1518" name="Google Shape;1518;p31"/>
          <p:cNvSpPr txBox="1">
            <a:spLocks noGrp="1"/>
          </p:cNvSpPr>
          <p:nvPr>
            <p:ph type="subTitle" idx="13"/>
          </p:nvPr>
        </p:nvSpPr>
        <p:spPr>
          <a:xfrm>
            <a:off x="1983150" y="3969750"/>
            <a:ext cx="252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Results</a:t>
            </a:r>
          </a:p>
        </p:txBody>
      </p:sp>
      <p:sp>
        <p:nvSpPr>
          <p:cNvPr id="1519" name="Google Shape;1519;p31"/>
          <p:cNvSpPr txBox="1">
            <a:spLocks noGrp="1"/>
          </p:cNvSpPr>
          <p:nvPr>
            <p:ph type="subTitle" idx="14"/>
          </p:nvPr>
        </p:nvSpPr>
        <p:spPr>
          <a:xfrm>
            <a:off x="4573472" y="3969750"/>
            <a:ext cx="25260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</a:t>
            </a:r>
            <a:endParaRPr lang="en-US" noProof="0" dirty="0"/>
          </a:p>
        </p:txBody>
      </p:sp>
      <p:cxnSp>
        <p:nvCxnSpPr>
          <p:cNvPr id="1521" name="Google Shape;1521;p31"/>
          <p:cNvCxnSpPr/>
          <p:nvPr/>
        </p:nvCxnSpPr>
        <p:spPr>
          <a:xfrm>
            <a:off x="927450" y="2863525"/>
            <a:ext cx="7289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33"/>
          <p:cNvSpPr txBox="1">
            <a:spLocks noGrp="1"/>
          </p:cNvSpPr>
          <p:nvPr>
            <p:ph type="title"/>
          </p:nvPr>
        </p:nvSpPr>
        <p:spPr>
          <a:xfrm>
            <a:off x="37169" y="1285807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The Problem</a:t>
            </a:r>
          </a:p>
        </p:txBody>
      </p:sp>
      <p:sp>
        <p:nvSpPr>
          <p:cNvPr id="1534" name="Google Shape;1534;p33"/>
          <p:cNvSpPr txBox="1">
            <a:spLocks noGrp="1"/>
          </p:cNvSpPr>
          <p:nvPr>
            <p:ph type="title" idx="2"/>
          </p:nvPr>
        </p:nvSpPr>
        <p:spPr>
          <a:xfrm>
            <a:off x="1379369" y="96657"/>
            <a:ext cx="1080000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01</a:t>
            </a:r>
          </a:p>
        </p:txBody>
      </p:sp>
      <p:grpSp>
        <p:nvGrpSpPr>
          <p:cNvPr id="1536" name="Google Shape;1536;p33"/>
          <p:cNvGrpSpPr/>
          <p:nvPr/>
        </p:nvGrpSpPr>
        <p:grpSpPr>
          <a:xfrm>
            <a:off x="-1312494" y="3529769"/>
            <a:ext cx="3277952" cy="1537297"/>
            <a:chOff x="-1312494" y="3529769"/>
            <a:chExt cx="3277952" cy="1537297"/>
          </a:xfrm>
        </p:grpSpPr>
        <p:grpSp>
          <p:nvGrpSpPr>
            <p:cNvPr id="1537" name="Google Shape;1537;p33"/>
            <p:cNvGrpSpPr/>
            <p:nvPr/>
          </p:nvGrpSpPr>
          <p:grpSpPr>
            <a:xfrm>
              <a:off x="-1312494" y="3529769"/>
              <a:ext cx="2907181" cy="1177348"/>
              <a:chOff x="2442775" y="3274750"/>
              <a:chExt cx="1690025" cy="684425"/>
            </a:xfrm>
          </p:grpSpPr>
          <p:sp>
            <p:nvSpPr>
              <p:cNvPr id="1538" name="Google Shape;1538;p33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39" name="Google Shape;1539;p33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0" name="Google Shape;1540;p33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1" name="Google Shape;1541;p33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2" name="Google Shape;1542;p33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3" name="Google Shape;1543;p33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4" name="Google Shape;1544;p33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5" name="Google Shape;1545;p33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6" name="Google Shape;1546;p33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7" name="Google Shape;1547;p33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8" name="Google Shape;1548;p33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9" name="Google Shape;1549;p33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0" name="Google Shape;1550;p33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1" name="Google Shape;1551;p33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2" name="Google Shape;1552;p33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3" name="Google Shape;1553;p33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4" name="Google Shape;1554;p33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5" name="Google Shape;1555;p33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6" name="Google Shape;1556;p33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7" name="Google Shape;1557;p33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8" name="Google Shape;1558;p33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sp>
          <p:nvSpPr>
            <p:cNvPr id="1559" name="Google Shape;1559;p33"/>
            <p:cNvSpPr/>
            <p:nvPr/>
          </p:nvSpPr>
          <p:spPr>
            <a:xfrm>
              <a:off x="1133858" y="4080540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1560" name="Google Shape;1560;p33"/>
            <p:cNvSpPr/>
            <p:nvPr/>
          </p:nvSpPr>
          <p:spPr>
            <a:xfrm>
              <a:off x="142333" y="4235465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</p:grpSp>
      <p:cxnSp>
        <p:nvCxnSpPr>
          <p:cNvPr id="1561" name="Google Shape;1561;p33"/>
          <p:cNvCxnSpPr/>
          <p:nvPr/>
        </p:nvCxnSpPr>
        <p:spPr>
          <a:xfrm>
            <a:off x="293819" y="1207901"/>
            <a:ext cx="325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2BE17EB-9498-7BA4-6F24-889456C16DA4}"/>
              </a:ext>
            </a:extLst>
          </p:cNvPr>
          <p:cNvSpPr txBox="1"/>
          <p:nvPr/>
        </p:nvSpPr>
        <p:spPr>
          <a:xfrm>
            <a:off x="441206" y="2104328"/>
            <a:ext cx="29014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30.000 people rely on NGT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Shortage of resources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052" name="Picture 4" descr="Terug naar voorpagina">
            <a:extLst>
              <a:ext uri="{FF2B5EF4-FFF2-40B4-BE49-F238E27FC236}">
                <a16:creationId xmlns:a16="http://schemas.microsoft.com/office/drawing/2014/main" id="{3C6CD427-D3BE-F5E1-0D8C-A923F8889E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318919"/>
            <a:ext cx="3651132" cy="1428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A600DB47-B0F3-0DCA-E549-95A667E9D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33">
            <a:extLst>
              <a:ext uri="{FF2B5EF4-FFF2-40B4-BE49-F238E27FC236}">
                <a16:creationId xmlns:a16="http://schemas.microsoft.com/office/drawing/2014/main" id="{89CDB46F-39BF-FA79-AB17-903FB9C56C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" y="1285807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Solution</a:t>
            </a:r>
            <a:endParaRPr lang="en-US" noProof="0" dirty="0"/>
          </a:p>
        </p:txBody>
      </p:sp>
      <p:sp>
        <p:nvSpPr>
          <p:cNvPr id="1534" name="Google Shape;1534;p33">
            <a:extLst>
              <a:ext uri="{FF2B5EF4-FFF2-40B4-BE49-F238E27FC236}">
                <a16:creationId xmlns:a16="http://schemas.microsoft.com/office/drawing/2014/main" id="{745E42E0-0933-FA29-D51D-4139D9C35AD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95386" y="96657"/>
            <a:ext cx="1263983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02</a:t>
            </a:r>
          </a:p>
        </p:txBody>
      </p:sp>
      <p:grpSp>
        <p:nvGrpSpPr>
          <p:cNvPr id="1536" name="Google Shape;1536;p33">
            <a:extLst>
              <a:ext uri="{FF2B5EF4-FFF2-40B4-BE49-F238E27FC236}">
                <a16:creationId xmlns:a16="http://schemas.microsoft.com/office/drawing/2014/main" id="{153F704E-536B-1AA2-2FEF-35D25C795FF8}"/>
              </a:ext>
            </a:extLst>
          </p:cNvPr>
          <p:cNvGrpSpPr/>
          <p:nvPr/>
        </p:nvGrpSpPr>
        <p:grpSpPr>
          <a:xfrm>
            <a:off x="-1312494" y="3529769"/>
            <a:ext cx="3277952" cy="1537297"/>
            <a:chOff x="-1312494" y="3529769"/>
            <a:chExt cx="3277952" cy="1537297"/>
          </a:xfrm>
        </p:grpSpPr>
        <p:grpSp>
          <p:nvGrpSpPr>
            <p:cNvPr id="1537" name="Google Shape;1537;p33">
              <a:extLst>
                <a:ext uri="{FF2B5EF4-FFF2-40B4-BE49-F238E27FC236}">
                  <a16:creationId xmlns:a16="http://schemas.microsoft.com/office/drawing/2014/main" id="{98F97E0C-03F1-2D75-3A37-87ED985B7627}"/>
                </a:ext>
              </a:extLst>
            </p:cNvPr>
            <p:cNvGrpSpPr/>
            <p:nvPr/>
          </p:nvGrpSpPr>
          <p:grpSpPr>
            <a:xfrm>
              <a:off x="-1312494" y="3529769"/>
              <a:ext cx="2907181" cy="1177348"/>
              <a:chOff x="2442775" y="3274750"/>
              <a:chExt cx="1690025" cy="684425"/>
            </a:xfrm>
          </p:grpSpPr>
          <p:sp>
            <p:nvSpPr>
              <p:cNvPr id="1538" name="Google Shape;1538;p33">
                <a:extLst>
                  <a:ext uri="{FF2B5EF4-FFF2-40B4-BE49-F238E27FC236}">
                    <a16:creationId xmlns:a16="http://schemas.microsoft.com/office/drawing/2014/main" id="{6C74581C-C40B-8688-6423-AC6DA573F65F}"/>
                  </a:ext>
                </a:extLst>
              </p:cNvPr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39" name="Google Shape;1539;p33">
                <a:extLst>
                  <a:ext uri="{FF2B5EF4-FFF2-40B4-BE49-F238E27FC236}">
                    <a16:creationId xmlns:a16="http://schemas.microsoft.com/office/drawing/2014/main" id="{0F396FF0-F9BA-F6DC-F6FB-8E28E52A44AC}"/>
                  </a:ext>
                </a:extLst>
              </p:cNvPr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0" name="Google Shape;1540;p33">
                <a:extLst>
                  <a:ext uri="{FF2B5EF4-FFF2-40B4-BE49-F238E27FC236}">
                    <a16:creationId xmlns:a16="http://schemas.microsoft.com/office/drawing/2014/main" id="{1921FB56-6AF7-BAAA-A77F-5EDD6E6DD137}"/>
                  </a:ext>
                </a:extLst>
              </p:cNvPr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1" name="Google Shape;1541;p33">
                <a:extLst>
                  <a:ext uri="{FF2B5EF4-FFF2-40B4-BE49-F238E27FC236}">
                    <a16:creationId xmlns:a16="http://schemas.microsoft.com/office/drawing/2014/main" id="{CA4E196B-8563-ECD2-51A5-F0E3A12F436C}"/>
                  </a:ext>
                </a:extLst>
              </p:cNvPr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2" name="Google Shape;1542;p33">
                <a:extLst>
                  <a:ext uri="{FF2B5EF4-FFF2-40B4-BE49-F238E27FC236}">
                    <a16:creationId xmlns:a16="http://schemas.microsoft.com/office/drawing/2014/main" id="{DBCB789C-392B-0C75-4C80-FB6D1D300B14}"/>
                  </a:ext>
                </a:extLst>
              </p:cNvPr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3" name="Google Shape;1543;p33">
                <a:extLst>
                  <a:ext uri="{FF2B5EF4-FFF2-40B4-BE49-F238E27FC236}">
                    <a16:creationId xmlns:a16="http://schemas.microsoft.com/office/drawing/2014/main" id="{0DC07E69-0D6C-E875-5AC9-B06AEFB4B659}"/>
                  </a:ext>
                </a:extLst>
              </p:cNvPr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4" name="Google Shape;1544;p33">
                <a:extLst>
                  <a:ext uri="{FF2B5EF4-FFF2-40B4-BE49-F238E27FC236}">
                    <a16:creationId xmlns:a16="http://schemas.microsoft.com/office/drawing/2014/main" id="{71D99211-978C-6554-EF91-C9C97C935E1E}"/>
                  </a:ext>
                </a:extLst>
              </p:cNvPr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5" name="Google Shape;1545;p33">
                <a:extLst>
                  <a:ext uri="{FF2B5EF4-FFF2-40B4-BE49-F238E27FC236}">
                    <a16:creationId xmlns:a16="http://schemas.microsoft.com/office/drawing/2014/main" id="{FDD20A74-F2EE-FBDD-66DB-1FC265C3511A}"/>
                  </a:ext>
                </a:extLst>
              </p:cNvPr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6" name="Google Shape;1546;p33">
                <a:extLst>
                  <a:ext uri="{FF2B5EF4-FFF2-40B4-BE49-F238E27FC236}">
                    <a16:creationId xmlns:a16="http://schemas.microsoft.com/office/drawing/2014/main" id="{2C5CBD5A-B4CE-D0EF-F18A-30AE502D8C54}"/>
                  </a:ext>
                </a:extLst>
              </p:cNvPr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7" name="Google Shape;1547;p33">
                <a:extLst>
                  <a:ext uri="{FF2B5EF4-FFF2-40B4-BE49-F238E27FC236}">
                    <a16:creationId xmlns:a16="http://schemas.microsoft.com/office/drawing/2014/main" id="{218DAAAD-849E-E4C6-9D71-1A8E15018749}"/>
                  </a:ext>
                </a:extLst>
              </p:cNvPr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8" name="Google Shape;1548;p33">
                <a:extLst>
                  <a:ext uri="{FF2B5EF4-FFF2-40B4-BE49-F238E27FC236}">
                    <a16:creationId xmlns:a16="http://schemas.microsoft.com/office/drawing/2014/main" id="{5E220B75-B918-CB00-8C1B-F762AA363FC0}"/>
                  </a:ext>
                </a:extLst>
              </p:cNvPr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9" name="Google Shape;1549;p33">
                <a:extLst>
                  <a:ext uri="{FF2B5EF4-FFF2-40B4-BE49-F238E27FC236}">
                    <a16:creationId xmlns:a16="http://schemas.microsoft.com/office/drawing/2014/main" id="{A54422E9-F415-FB5D-7D92-00A0EAB402F2}"/>
                  </a:ext>
                </a:extLst>
              </p:cNvPr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0" name="Google Shape;1550;p33">
                <a:extLst>
                  <a:ext uri="{FF2B5EF4-FFF2-40B4-BE49-F238E27FC236}">
                    <a16:creationId xmlns:a16="http://schemas.microsoft.com/office/drawing/2014/main" id="{92364712-7E10-FA79-2529-FD16A62C3619}"/>
                  </a:ext>
                </a:extLst>
              </p:cNvPr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1" name="Google Shape;1551;p33">
                <a:extLst>
                  <a:ext uri="{FF2B5EF4-FFF2-40B4-BE49-F238E27FC236}">
                    <a16:creationId xmlns:a16="http://schemas.microsoft.com/office/drawing/2014/main" id="{0A0078A1-0F5F-78FF-0D12-8AC8392D5AFA}"/>
                  </a:ext>
                </a:extLst>
              </p:cNvPr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2" name="Google Shape;1552;p33">
                <a:extLst>
                  <a:ext uri="{FF2B5EF4-FFF2-40B4-BE49-F238E27FC236}">
                    <a16:creationId xmlns:a16="http://schemas.microsoft.com/office/drawing/2014/main" id="{8AAFE9CB-D6B6-1BB1-36D6-B4531963E252}"/>
                  </a:ext>
                </a:extLst>
              </p:cNvPr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3" name="Google Shape;1553;p33">
                <a:extLst>
                  <a:ext uri="{FF2B5EF4-FFF2-40B4-BE49-F238E27FC236}">
                    <a16:creationId xmlns:a16="http://schemas.microsoft.com/office/drawing/2014/main" id="{222838C7-8D66-332A-1B91-8257F0184033}"/>
                  </a:ext>
                </a:extLst>
              </p:cNvPr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4" name="Google Shape;1554;p33">
                <a:extLst>
                  <a:ext uri="{FF2B5EF4-FFF2-40B4-BE49-F238E27FC236}">
                    <a16:creationId xmlns:a16="http://schemas.microsoft.com/office/drawing/2014/main" id="{65753804-0D56-00AB-C44A-69C445835BE4}"/>
                  </a:ext>
                </a:extLst>
              </p:cNvPr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5" name="Google Shape;1555;p33">
                <a:extLst>
                  <a:ext uri="{FF2B5EF4-FFF2-40B4-BE49-F238E27FC236}">
                    <a16:creationId xmlns:a16="http://schemas.microsoft.com/office/drawing/2014/main" id="{E56273F5-971F-ABB4-92DA-F901A5158226}"/>
                  </a:ext>
                </a:extLst>
              </p:cNvPr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6" name="Google Shape;1556;p33">
                <a:extLst>
                  <a:ext uri="{FF2B5EF4-FFF2-40B4-BE49-F238E27FC236}">
                    <a16:creationId xmlns:a16="http://schemas.microsoft.com/office/drawing/2014/main" id="{4E56989A-F70C-5C81-677E-8E13D5B35E7B}"/>
                  </a:ext>
                </a:extLst>
              </p:cNvPr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7" name="Google Shape;1557;p33">
                <a:extLst>
                  <a:ext uri="{FF2B5EF4-FFF2-40B4-BE49-F238E27FC236}">
                    <a16:creationId xmlns:a16="http://schemas.microsoft.com/office/drawing/2014/main" id="{21CD9271-B7E7-0052-E85A-C4312ECC11A8}"/>
                  </a:ext>
                </a:extLst>
              </p:cNvPr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8" name="Google Shape;1558;p33">
                <a:extLst>
                  <a:ext uri="{FF2B5EF4-FFF2-40B4-BE49-F238E27FC236}">
                    <a16:creationId xmlns:a16="http://schemas.microsoft.com/office/drawing/2014/main" id="{42B91A0C-A58C-78CD-958A-D1DA3F0336E8}"/>
                  </a:ext>
                </a:extLst>
              </p:cNvPr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sp>
          <p:nvSpPr>
            <p:cNvPr id="1559" name="Google Shape;1559;p33">
              <a:extLst>
                <a:ext uri="{FF2B5EF4-FFF2-40B4-BE49-F238E27FC236}">
                  <a16:creationId xmlns:a16="http://schemas.microsoft.com/office/drawing/2014/main" id="{0EEEB8A3-5D63-7E92-9A09-8C26BAED84D7}"/>
                </a:ext>
              </a:extLst>
            </p:cNvPr>
            <p:cNvSpPr/>
            <p:nvPr/>
          </p:nvSpPr>
          <p:spPr>
            <a:xfrm>
              <a:off x="1133858" y="4080540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1560" name="Google Shape;1560;p33">
              <a:extLst>
                <a:ext uri="{FF2B5EF4-FFF2-40B4-BE49-F238E27FC236}">
                  <a16:creationId xmlns:a16="http://schemas.microsoft.com/office/drawing/2014/main" id="{E1EDC146-B4EA-0FB7-9890-CEE858E4693A}"/>
                </a:ext>
              </a:extLst>
            </p:cNvPr>
            <p:cNvSpPr/>
            <p:nvPr/>
          </p:nvSpPr>
          <p:spPr>
            <a:xfrm>
              <a:off x="142333" y="4235465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</p:grpSp>
      <p:cxnSp>
        <p:nvCxnSpPr>
          <p:cNvPr id="1561" name="Google Shape;1561;p33">
            <a:extLst>
              <a:ext uri="{FF2B5EF4-FFF2-40B4-BE49-F238E27FC236}">
                <a16:creationId xmlns:a16="http://schemas.microsoft.com/office/drawing/2014/main" id="{C560779F-BA48-E1A6-72AD-D9B69F8A21F5}"/>
              </a:ext>
            </a:extLst>
          </p:cNvPr>
          <p:cNvCxnSpPr/>
          <p:nvPr/>
        </p:nvCxnSpPr>
        <p:spPr>
          <a:xfrm>
            <a:off x="293819" y="1207901"/>
            <a:ext cx="325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AA3F61C-7104-3DDE-1033-2D4AE75028CF}"/>
              </a:ext>
            </a:extLst>
          </p:cNvPr>
          <p:cNvSpPr txBox="1"/>
          <p:nvPr/>
        </p:nvSpPr>
        <p:spPr>
          <a:xfrm>
            <a:off x="441206" y="2104328"/>
            <a:ext cx="290143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Mediapipe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Hand landmarks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Instant feedback</a:t>
            </a:r>
          </a:p>
          <a:p>
            <a:pPr>
              <a:buClr>
                <a:schemeClr val="tx1"/>
              </a:buClr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Hand landmarks detection guide | Google AI Edge | Google AI for Developers">
            <a:extLst>
              <a:ext uri="{FF2B5EF4-FFF2-40B4-BE49-F238E27FC236}">
                <a16:creationId xmlns:a16="http://schemas.microsoft.com/office/drawing/2014/main" id="{1E8D9BE2-D498-FAE6-91DF-1E0888D63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863" y="2813425"/>
            <a:ext cx="5649358" cy="195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465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E0B932AC-4287-52BA-4AD9-9314A46D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33">
            <a:extLst>
              <a:ext uri="{FF2B5EF4-FFF2-40B4-BE49-F238E27FC236}">
                <a16:creationId xmlns:a16="http://schemas.microsoft.com/office/drawing/2014/main" id="{DD11445D-EDCB-7236-D9D7-24429D9D0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" y="1285807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</a:t>
            </a:r>
            <a:endParaRPr lang="en-US" noProof="0" dirty="0"/>
          </a:p>
        </p:txBody>
      </p:sp>
      <p:sp>
        <p:nvSpPr>
          <p:cNvPr id="1534" name="Google Shape;1534;p33">
            <a:extLst>
              <a:ext uri="{FF2B5EF4-FFF2-40B4-BE49-F238E27FC236}">
                <a16:creationId xmlns:a16="http://schemas.microsoft.com/office/drawing/2014/main" id="{5346F2B3-2E76-A801-7C22-4AC74BED878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293566" y="96657"/>
            <a:ext cx="1337873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</a:t>
            </a:r>
            <a:r>
              <a:rPr lang="en-US" dirty="0"/>
              <a:t>3</a:t>
            </a:r>
            <a:endParaRPr lang="en-US" noProof="0" dirty="0"/>
          </a:p>
        </p:txBody>
      </p:sp>
      <p:grpSp>
        <p:nvGrpSpPr>
          <p:cNvPr id="1536" name="Google Shape;1536;p33">
            <a:extLst>
              <a:ext uri="{FF2B5EF4-FFF2-40B4-BE49-F238E27FC236}">
                <a16:creationId xmlns:a16="http://schemas.microsoft.com/office/drawing/2014/main" id="{0EF5ED96-C149-0644-0F04-51D29051CE0C}"/>
              </a:ext>
            </a:extLst>
          </p:cNvPr>
          <p:cNvGrpSpPr/>
          <p:nvPr/>
        </p:nvGrpSpPr>
        <p:grpSpPr>
          <a:xfrm>
            <a:off x="-1312494" y="3529769"/>
            <a:ext cx="3277952" cy="1537297"/>
            <a:chOff x="-1312494" y="3529769"/>
            <a:chExt cx="3277952" cy="1537297"/>
          </a:xfrm>
        </p:grpSpPr>
        <p:grpSp>
          <p:nvGrpSpPr>
            <p:cNvPr id="1537" name="Google Shape;1537;p33">
              <a:extLst>
                <a:ext uri="{FF2B5EF4-FFF2-40B4-BE49-F238E27FC236}">
                  <a16:creationId xmlns:a16="http://schemas.microsoft.com/office/drawing/2014/main" id="{A654301B-EA41-3A47-473E-D01D2017645F}"/>
                </a:ext>
              </a:extLst>
            </p:cNvPr>
            <p:cNvGrpSpPr/>
            <p:nvPr/>
          </p:nvGrpSpPr>
          <p:grpSpPr>
            <a:xfrm>
              <a:off x="-1312494" y="3529769"/>
              <a:ext cx="2907181" cy="1177348"/>
              <a:chOff x="2442775" y="3274750"/>
              <a:chExt cx="1690025" cy="684425"/>
            </a:xfrm>
          </p:grpSpPr>
          <p:sp>
            <p:nvSpPr>
              <p:cNvPr id="1538" name="Google Shape;1538;p33">
                <a:extLst>
                  <a:ext uri="{FF2B5EF4-FFF2-40B4-BE49-F238E27FC236}">
                    <a16:creationId xmlns:a16="http://schemas.microsoft.com/office/drawing/2014/main" id="{913BDC87-16BB-34E7-4F3A-BD8394CFBC34}"/>
                  </a:ext>
                </a:extLst>
              </p:cNvPr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39" name="Google Shape;1539;p33">
                <a:extLst>
                  <a:ext uri="{FF2B5EF4-FFF2-40B4-BE49-F238E27FC236}">
                    <a16:creationId xmlns:a16="http://schemas.microsoft.com/office/drawing/2014/main" id="{A6CEAE94-9273-D712-461B-27FD2C2762C4}"/>
                  </a:ext>
                </a:extLst>
              </p:cNvPr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0" name="Google Shape;1540;p33">
                <a:extLst>
                  <a:ext uri="{FF2B5EF4-FFF2-40B4-BE49-F238E27FC236}">
                    <a16:creationId xmlns:a16="http://schemas.microsoft.com/office/drawing/2014/main" id="{EB681B1C-37C6-D7FA-F76B-816587543345}"/>
                  </a:ext>
                </a:extLst>
              </p:cNvPr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1" name="Google Shape;1541;p33">
                <a:extLst>
                  <a:ext uri="{FF2B5EF4-FFF2-40B4-BE49-F238E27FC236}">
                    <a16:creationId xmlns:a16="http://schemas.microsoft.com/office/drawing/2014/main" id="{7A9D90BE-C020-EC09-E19D-DCFDF99953BA}"/>
                  </a:ext>
                </a:extLst>
              </p:cNvPr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2" name="Google Shape;1542;p33">
                <a:extLst>
                  <a:ext uri="{FF2B5EF4-FFF2-40B4-BE49-F238E27FC236}">
                    <a16:creationId xmlns:a16="http://schemas.microsoft.com/office/drawing/2014/main" id="{F9179548-FCA9-84B0-F8E2-D59D6E90CBE8}"/>
                  </a:ext>
                </a:extLst>
              </p:cNvPr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3" name="Google Shape;1543;p33">
                <a:extLst>
                  <a:ext uri="{FF2B5EF4-FFF2-40B4-BE49-F238E27FC236}">
                    <a16:creationId xmlns:a16="http://schemas.microsoft.com/office/drawing/2014/main" id="{74282B91-D8A1-D95E-66D8-A3CF48701F25}"/>
                  </a:ext>
                </a:extLst>
              </p:cNvPr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4" name="Google Shape;1544;p33">
                <a:extLst>
                  <a:ext uri="{FF2B5EF4-FFF2-40B4-BE49-F238E27FC236}">
                    <a16:creationId xmlns:a16="http://schemas.microsoft.com/office/drawing/2014/main" id="{7E07FF89-227E-5CA5-6F75-712481D95BB6}"/>
                  </a:ext>
                </a:extLst>
              </p:cNvPr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5" name="Google Shape;1545;p33">
                <a:extLst>
                  <a:ext uri="{FF2B5EF4-FFF2-40B4-BE49-F238E27FC236}">
                    <a16:creationId xmlns:a16="http://schemas.microsoft.com/office/drawing/2014/main" id="{2DB0D3E2-926D-8CDD-39D1-2E1172734DAF}"/>
                  </a:ext>
                </a:extLst>
              </p:cNvPr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6" name="Google Shape;1546;p33">
                <a:extLst>
                  <a:ext uri="{FF2B5EF4-FFF2-40B4-BE49-F238E27FC236}">
                    <a16:creationId xmlns:a16="http://schemas.microsoft.com/office/drawing/2014/main" id="{643227D1-17AE-C2D8-E589-ED835E74682F}"/>
                  </a:ext>
                </a:extLst>
              </p:cNvPr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7" name="Google Shape;1547;p33">
                <a:extLst>
                  <a:ext uri="{FF2B5EF4-FFF2-40B4-BE49-F238E27FC236}">
                    <a16:creationId xmlns:a16="http://schemas.microsoft.com/office/drawing/2014/main" id="{225C5CE9-B346-2A11-3219-B2A7DDD4C348}"/>
                  </a:ext>
                </a:extLst>
              </p:cNvPr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8" name="Google Shape;1548;p33">
                <a:extLst>
                  <a:ext uri="{FF2B5EF4-FFF2-40B4-BE49-F238E27FC236}">
                    <a16:creationId xmlns:a16="http://schemas.microsoft.com/office/drawing/2014/main" id="{AE87F8C8-F846-08F3-EF29-2E94006C25CB}"/>
                  </a:ext>
                </a:extLst>
              </p:cNvPr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9" name="Google Shape;1549;p33">
                <a:extLst>
                  <a:ext uri="{FF2B5EF4-FFF2-40B4-BE49-F238E27FC236}">
                    <a16:creationId xmlns:a16="http://schemas.microsoft.com/office/drawing/2014/main" id="{BA6A5D89-2A21-BA93-BC1A-85A8C67C776E}"/>
                  </a:ext>
                </a:extLst>
              </p:cNvPr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0" name="Google Shape;1550;p33">
                <a:extLst>
                  <a:ext uri="{FF2B5EF4-FFF2-40B4-BE49-F238E27FC236}">
                    <a16:creationId xmlns:a16="http://schemas.microsoft.com/office/drawing/2014/main" id="{C0F59C03-38BC-1B00-A120-9FC30D19C88B}"/>
                  </a:ext>
                </a:extLst>
              </p:cNvPr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1" name="Google Shape;1551;p33">
                <a:extLst>
                  <a:ext uri="{FF2B5EF4-FFF2-40B4-BE49-F238E27FC236}">
                    <a16:creationId xmlns:a16="http://schemas.microsoft.com/office/drawing/2014/main" id="{F3FC0EFA-6B3A-A992-529E-7D919B65DB3D}"/>
                  </a:ext>
                </a:extLst>
              </p:cNvPr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2" name="Google Shape;1552;p33">
                <a:extLst>
                  <a:ext uri="{FF2B5EF4-FFF2-40B4-BE49-F238E27FC236}">
                    <a16:creationId xmlns:a16="http://schemas.microsoft.com/office/drawing/2014/main" id="{3317115F-ABED-4D09-B8C7-99EE1E326B2A}"/>
                  </a:ext>
                </a:extLst>
              </p:cNvPr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3" name="Google Shape;1553;p33">
                <a:extLst>
                  <a:ext uri="{FF2B5EF4-FFF2-40B4-BE49-F238E27FC236}">
                    <a16:creationId xmlns:a16="http://schemas.microsoft.com/office/drawing/2014/main" id="{305CA460-A549-94D7-E48F-BBD0EE6DF0A1}"/>
                  </a:ext>
                </a:extLst>
              </p:cNvPr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4" name="Google Shape;1554;p33">
                <a:extLst>
                  <a:ext uri="{FF2B5EF4-FFF2-40B4-BE49-F238E27FC236}">
                    <a16:creationId xmlns:a16="http://schemas.microsoft.com/office/drawing/2014/main" id="{C4821E97-EF31-80A9-F8B8-833579F5AEF4}"/>
                  </a:ext>
                </a:extLst>
              </p:cNvPr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5" name="Google Shape;1555;p33">
                <a:extLst>
                  <a:ext uri="{FF2B5EF4-FFF2-40B4-BE49-F238E27FC236}">
                    <a16:creationId xmlns:a16="http://schemas.microsoft.com/office/drawing/2014/main" id="{09ECA8C1-E57D-F702-5381-3E231152CB57}"/>
                  </a:ext>
                </a:extLst>
              </p:cNvPr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6" name="Google Shape;1556;p33">
                <a:extLst>
                  <a:ext uri="{FF2B5EF4-FFF2-40B4-BE49-F238E27FC236}">
                    <a16:creationId xmlns:a16="http://schemas.microsoft.com/office/drawing/2014/main" id="{6E24825A-52A9-0B4A-5344-9AA00D6328AA}"/>
                  </a:ext>
                </a:extLst>
              </p:cNvPr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7" name="Google Shape;1557;p33">
                <a:extLst>
                  <a:ext uri="{FF2B5EF4-FFF2-40B4-BE49-F238E27FC236}">
                    <a16:creationId xmlns:a16="http://schemas.microsoft.com/office/drawing/2014/main" id="{EA1F407C-E14D-B8E3-510B-C3961B826200}"/>
                  </a:ext>
                </a:extLst>
              </p:cNvPr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8" name="Google Shape;1558;p33">
                <a:extLst>
                  <a:ext uri="{FF2B5EF4-FFF2-40B4-BE49-F238E27FC236}">
                    <a16:creationId xmlns:a16="http://schemas.microsoft.com/office/drawing/2014/main" id="{F37382C2-B3BD-8988-08C6-6853C2237815}"/>
                  </a:ext>
                </a:extLst>
              </p:cNvPr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sp>
          <p:nvSpPr>
            <p:cNvPr id="1559" name="Google Shape;1559;p33">
              <a:extLst>
                <a:ext uri="{FF2B5EF4-FFF2-40B4-BE49-F238E27FC236}">
                  <a16:creationId xmlns:a16="http://schemas.microsoft.com/office/drawing/2014/main" id="{86283616-752D-7862-A3D5-271167CCD8C6}"/>
                </a:ext>
              </a:extLst>
            </p:cNvPr>
            <p:cNvSpPr/>
            <p:nvPr/>
          </p:nvSpPr>
          <p:spPr>
            <a:xfrm>
              <a:off x="1133858" y="4080540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1560" name="Google Shape;1560;p33">
              <a:extLst>
                <a:ext uri="{FF2B5EF4-FFF2-40B4-BE49-F238E27FC236}">
                  <a16:creationId xmlns:a16="http://schemas.microsoft.com/office/drawing/2014/main" id="{2B2D6617-49A4-0FAA-36F8-79D6D8EF989D}"/>
                </a:ext>
              </a:extLst>
            </p:cNvPr>
            <p:cNvSpPr/>
            <p:nvPr/>
          </p:nvSpPr>
          <p:spPr>
            <a:xfrm>
              <a:off x="142333" y="4235465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</p:grpSp>
      <p:cxnSp>
        <p:nvCxnSpPr>
          <p:cNvPr id="1561" name="Google Shape;1561;p33">
            <a:extLst>
              <a:ext uri="{FF2B5EF4-FFF2-40B4-BE49-F238E27FC236}">
                <a16:creationId xmlns:a16="http://schemas.microsoft.com/office/drawing/2014/main" id="{569B0866-73B2-FEF2-2FCF-75AA58958AF1}"/>
              </a:ext>
            </a:extLst>
          </p:cNvPr>
          <p:cNvCxnSpPr/>
          <p:nvPr/>
        </p:nvCxnSpPr>
        <p:spPr>
          <a:xfrm>
            <a:off x="293819" y="1207901"/>
            <a:ext cx="325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C1D35FB-71BD-D1E2-1BA2-B5B41194EA8C}"/>
              </a:ext>
            </a:extLst>
          </p:cNvPr>
          <p:cNvSpPr txBox="1"/>
          <p:nvPr/>
        </p:nvSpPr>
        <p:spPr>
          <a:xfrm>
            <a:off x="441206" y="2104328"/>
            <a:ext cx="290143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No initial data set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Collecting data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x,y,z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 shape: (2848, 64)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RandomForestClassifier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BD34D-F1F8-47C5-E1BF-37DBF9061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079" y="1508706"/>
            <a:ext cx="3419952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5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22F48EFA-C635-ACDD-82C3-0E4CFF9D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33">
            <a:extLst>
              <a:ext uri="{FF2B5EF4-FFF2-40B4-BE49-F238E27FC236}">
                <a16:creationId xmlns:a16="http://schemas.microsoft.com/office/drawing/2014/main" id="{AA7B9509-0166-4A1F-AD28-D608C8CE33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" y="1285807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Results</a:t>
            </a:r>
            <a:endParaRPr lang="en-US" noProof="0" dirty="0"/>
          </a:p>
        </p:txBody>
      </p:sp>
      <p:sp>
        <p:nvSpPr>
          <p:cNvPr id="1534" name="Google Shape;1534;p33">
            <a:extLst>
              <a:ext uri="{FF2B5EF4-FFF2-40B4-BE49-F238E27FC236}">
                <a16:creationId xmlns:a16="http://schemas.microsoft.com/office/drawing/2014/main" id="{633104E9-E52E-262F-824F-6E67E328819E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95386" y="96657"/>
            <a:ext cx="1263983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04</a:t>
            </a:r>
          </a:p>
        </p:txBody>
      </p:sp>
      <p:grpSp>
        <p:nvGrpSpPr>
          <p:cNvPr id="1536" name="Google Shape;1536;p33">
            <a:extLst>
              <a:ext uri="{FF2B5EF4-FFF2-40B4-BE49-F238E27FC236}">
                <a16:creationId xmlns:a16="http://schemas.microsoft.com/office/drawing/2014/main" id="{F49022D9-1972-BAB9-C8DD-48C07EB71F14}"/>
              </a:ext>
            </a:extLst>
          </p:cNvPr>
          <p:cNvGrpSpPr/>
          <p:nvPr/>
        </p:nvGrpSpPr>
        <p:grpSpPr>
          <a:xfrm>
            <a:off x="-1312494" y="3529769"/>
            <a:ext cx="3277952" cy="1537297"/>
            <a:chOff x="-1312494" y="3529769"/>
            <a:chExt cx="3277952" cy="1537297"/>
          </a:xfrm>
        </p:grpSpPr>
        <p:grpSp>
          <p:nvGrpSpPr>
            <p:cNvPr id="1537" name="Google Shape;1537;p33">
              <a:extLst>
                <a:ext uri="{FF2B5EF4-FFF2-40B4-BE49-F238E27FC236}">
                  <a16:creationId xmlns:a16="http://schemas.microsoft.com/office/drawing/2014/main" id="{80F71FD8-174F-186D-D95F-092F3581616B}"/>
                </a:ext>
              </a:extLst>
            </p:cNvPr>
            <p:cNvGrpSpPr/>
            <p:nvPr/>
          </p:nvGrpSpPr>
          <p:grpSpPr>
            <a:xfrm>
              <a:off x="-1312494" y="3529769"/>
              <a:ext cx="2907181" cy="1177348"/>
              <a:chOff x="2442775" y="3274750"/>
              <a:chExt cx="1690025" cy="684425"/>
            </a:xfrm>
          </p:grpSpPr>
          <p:sp>
            <p:nvSpPr>
              <p:cNvPr id="1538" name="Google Shape;1538;p33">
                <a:extLst>
                  <a:ext uri="{FF2B5EF4-FFF2-40B4-BE49-F238E27FC236}">
                    <a16:creationId xmlns:a16="http://schemas.microsoft.com/office/drawing/2014/main" id="{96AAAB15-1D85-4806-66C2-88B34772B236}"/>
                  </a:ext>
                </a:extLst>
              </p:cNvPr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39" name="Google Shape;1539;p33">
                <a:extLst>
                  <a:ext uri="{FF2B5EF4-FFF2-40B4-BE49-F238E27FC236}">
                    <a16:creationId xmlns:a16="http://schemas.microsoft.com/office/drawing/2014/main" id="{B7EE2B73-D897-94D2-CC0A-444C3F96B4DF}"/>
                  </a:ext>
                </a:extLst>
              </p:cNvPr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0" name="Google Shape;1540;p33">
                <a:extLst>
                  <a:ext uri="{FF2B5EF4-FFF2-40B4-BE49-F238E27FC236}">
                    <a16:creationId xmlns:a16="http://schemas.microsoft.com/office/drawing/2014/main" id="{0F6D9AAC-5D10-F74F-B8D1-50F9D7F5C966}"/>
                  </a:ext>
                </a:extLst>
              </p:cNvPr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1" name="Google Shape;1541;p33">
                <a:extLst>
                  <a:ext uri="{FF2B5EF4-FFF2-40B4-BE49-F238E27FC236}">
                    <a16:creationId xmlns:a16="http://schemas.microsoft.com/office/drawing/2014/main" id="{85D510A9-4921-F6B0-AAF6-ABE7E830FAE9}"/>
                  </a:ext>
                </a:extLst>
              </p:cNvPr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2" name="Google Shape;1542;p33">
                <a:extLst>
                  <a:ext uri="{FF2B5EF4-FFF2-40B4-BE49-F238E27FC236}">
                    <a16:creationId xmlns:a16="http://schemas.microsoft.com/office/drawing/2014/main" id="{81D130B9-CFDE-62EC-3BE1-E57813B8BF36}"/>
                  </a:ext>
                </a:extLst>
              </p:cNvPr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3" name="Google Shape;1543;p33">
                <a:extLst>
                  <a:ext uri="{FF2B5EF4-FFF2-40B4-BE49-F238E27FC236}">
                    <a16:creationId xmlns:a16="http://schemas.microsoft.com/office/drawing/2014/main" id="{3EB4D1CD-CA3D-B859-29FE-7C1C2E88195D}"/>
                  </a:ext>
                </a:extLst>
              </p:cNvPr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4" name="Google Shape;1544;p33">
                <a:extLst>
                  <a:ext uri="{FF2B5EF4-FFF2-40B4-BE49-F238E27FC236}">
                    <a16:creationId xmlns:a16="http://schemas.microsoft.com/office/drawing/2014/main" id="{BF0DA7E2-68BE-3DF6-A6B3-03E7E474DE64}"/>
                  </a:ext>
                </a:extLst>
              </p:cNvPr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5" name="Google Shape;1545;p33">
                <a:extLst>
                  <a:ext uri="{FF2B5EF4-FFF2-40B4-BE49-F238E27FC236}">
                    <a16:creationId xmlns:a16="http://schemas.microsoft.com/office/drawing/2014/main" id="{F7358C2E-5FE5-F257-CA5A-D81166B8CA66}"/>
                  </a:ext>
                </a:extLst>
              </p:cNvPr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6" name="Google Shape;1546;p33">
                <a:extLst>
                  <a:ext uri="{FF2B5EF4-FFF2-40B4-BE49-F238E27FC236}">
                    <a16:creationId xmlns:a16="http://schemas.microsoft.com/office/drawing/2014/main" id="{249AEEEF-6CC2-63E3-14DB-BF58525A642E}"/>
                  </a:ext>
                </a:extLst>
              </p:cNvPr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7" name="Google Shape;1547;p33">
                <a:extLst>
                  <a:ext uri="{FF2B5EF4-FFF2-40B4-BE49-F238E27FC236}">
                    <a16:creationId xmlns:a16="http://schemas.microsoft.com/office/drawing/2014/main" id="{A048366D-A25C-33A8-196C-5F4D6807E057}"/>
                  </a:ext>
                </a:extLst>
              </p:cNvPr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8" name="Google Shape;1548;p33">
                <a:extLst>
                  <a:ext uri="{FF2B5EF4-FFF2-40B4-BE49-F238E27FC236}">
                    <a16:creationId xmlns:a16="http://schemas.microsoft.com/office/drawing/2014/main" id="{70FB416E-441E-9B37-94BD-63903BDA5F2B}"/>
                  </a:ext>
                </a:extLst>
              </p:cNvPr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9" name="Google Shape;1549;p33">
                <a:extLst>
                  <a:ext uri="{FF2B5EF4-FFF2-40B4-BE49-F238E27FC236}">
                    <a16:creationId xmlns:a16="http://schemas.microsoft.com/office/drawing/2014/main" id="{BF8BDBA0-7C02-4D76-D093-CC5B1B91DFF2}"/>
                  </a:ext>
                </a:extLst>
              </p:cNvPr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0" name="Google Shape;1550;p33">
                <a:extLst>
                  <a:ext uri="{FF2B5EF4-FFF2-40B4-BE49-F238E27FC236}">
                    <a16:creationId xmlns:a16="http://schemas.microsoft.com/office/drawing/2014/main" id="{8D541147-1753-5A47-51F0-D857E7D2A08B}"/>
                  </a:ext>
                </a:extLst>
              </p:cNvPr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1" name="Google Shape;1551;p33">
                <a:extLst>
                  <a:ext uri="{FF2B5EF4-FFF2-40B4-BE49-F238E27FC236}">
                    <a16:creationId xmlns:a16="http://schemas.microsoft.com/office/drawing/2014/main" id="{3D734C6C-8D4B-05C6-A526-693D61942305}"/>
                  </a:ext>
                </a:extLst>
              </p:cNvPr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2" name="Google Shape;1552;p33">
                <a:extLst>
                  <a:ext uri="{FF2B5EF4-FFF2-40B4-BE49-F238E27FC236}">
                    <a16:creationId xmlns:a16="http://schemas.microsoft.com/office/drawing/2014/main" id="{7EDB5EA8-852F-226B-4776-B6AD6F508887}"/>
                  </a:ext>
                </a:extLst>
              </p:cNvPr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3" name="Google Shape;1553;p33">
                <a:extLst>
                  <a:ext uri="{FF2B5EF4-FFF2-40B4-BE49-F238E27FC236}">
                    <a16:creationId xmlns:a16="http://schemas.microsoft.com/office/drawing/2014/main" id="{DC478898-1141-0A3B-1396-C4C8BA48BE0A}"/>
                  </a:ext>
                </a:extLst>
              </p:cNvPr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4" name="Google Shape;1554;p33">
                <a:extLst>
                  <a:ext uri="{FF2B5EF4-FFF2-40B4-BE49-F238E27FC236}">
                    <a16:creationId xmlns:a16="http://schemas.microsoft.com/office/drawing/2014/main" id="{7D574515-F218-C68F-6DC2-AB05613F32BE}"/>
                  </a:ext>
                </a:extLst>
              </p:cNvPr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5" name="Google Shape;1555;p33">
                <a:extLst>
                  <a:ext uri="{FF2B5EF4-FFF2-40B4-BE49-F238E27FC236}">
                    <a16:creationId xmlns:a16="http://schemas.microsoft.com/office/drawing/2014/main" id="{A7D4C6D8-25D4-D160-F551-1B970B561EA1}"/>
                  </a:ext>
                </a:extLst>
              </p:cNvPr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6" name="Google Shape;1556;p33">
                <a:extLst>
                  <a:ext uri="{FF2B5EF4-FFF2-40B4-BE49-F238E27FC236}">
                    <a16:creationId xmlns:a16="http://schemas.microsoft.com/office/drawing/2014/main" id="{C7CEBA6C-0942-0334-436C-C7FE1CCC91CF}"/>
                  </a:ext>
                </a:extLst>
              </p:cNvPr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7" name="Google Shape;1557;p33">
                <a:extLst>
                  <a:ext uri="{FF2B5EF4-FFF2-40B4-BE49-F238E27FC236}">
                    <a16:creationId xmlns:a16="http://schemas.microsoft.com/office/drawing/2014/main" id="{425A8506-ADEF-753E-EC4C-28BB0A34D9D5}"/>
                  </a:ext>
                </a:extLst>
              </p:cNvPr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8" name="Google Shape;1558;p33">
                <a:extLst>
                  <a:ext uri="{FF2B5EF4-FFF2-40B4-BE49-F238E27FC236}">
                    <a16:creationId xmlns:a16="http://schemas.microsoft.com/office/drawing/2014/main" id="{329A2691-6DD2-485F-9A05-84355EA49813}"/>
                  </a:ext>
                </a:extLst>
              </p:cNvPr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sp>
          <p:nvSpPr>
            <p:cNvPr id="1559" name="Google Shape;1559;p33">
              <a:extLst>
                <a:ext uri="{FF2B5EF4-FFF2-40B4-BE49-F238E27FC236}">
                  <a16:creationId xmlns:a16="http://schemas.microsoft.com/office/drawing/2014/main" id="{36DDCCF1-039A-2DCB-6B93-86D0204896CF}"/>
                </a:ext>
              </a:extLst>
            </p:cNvPr>
            <p:cNvSpPr/>
            <p:nvPr/>
          </p:nvSpPr>
          <p:spPr>
            <a:xfrm>
              <a:off x="1133858" y="4080540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1560" name="Google Shape;1560;p33">
              <a:extLst>
                <a:ext uri="{FF2B5EF4-FFF2-40B4-BE49-F238E27FC236}">
                  <a16:creationId xmlns:a16="http://schemas.microsoft.com/office/drawing/2014/main" id="{C12E4B1E-2A6D-4E82-E245-77F8F4C9A4A0}"/>
                </a:ext>
              </a:extLst>
            </p:cNvPr>
            <p:cNvSpPr/>
            <p:nvPr/>
          </p:nvSpPr>
          <p:spPr>
            <a:xfrm>
              <a:off x="142333" y="4235465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</p:grpSp>
      <p:cxnSp>
        <p:nvCxnSpPr>
          <p:cNvPr id="1561" name="Google Shape;1561;p33">
            <a:extLst>
              <a:ext uri="{FF2B5EF4-FFF2-40B4-BE49-F238E27FC236}">
                <a16:creationId xmlns:a16="http://schemas.microsoft.com/office/drawing/2014/main" id="{4053356A-A3B6-11BD-DAE6-34D4B1D9958B}"/>
              </a:ext>
            </a:extLst>
          </p:cNvPr>
          <p:cNvCxnSpPr/>
          <p:nvPr/>
        </p:nvCxnSpPr>
        <p:spPr>
          <a:xfrm>
            <a:off x="293819" y="1207901"/>
            <a:ext cx="325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A28F3A8-79DB-7095-72E2-F53FB2538C64}"/>
              </a:ext>
            </a:extLst>
          </p:cNvPr>
          <p:cNvSpPr txBox="1"/>
          <p:nvPr/>
        </p:nvSpPr>
        <p:spPr>
          <a:xfrm>
            <a:off x="441206" y="2104328"/>
            <a:ext cx="290143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User friendly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Instant feedback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limitations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B9397-1914-EFA7-5D13-07BCEF71F05C}"/>
              </a:ext>
            </a:extLst>
          </p:cNvPr>
          <p:cNvSpPr txBox="1"/>
          <p:nvPr/>
        </p:nvSpPr>
        <p:spPr>
          <a:xfrm>
            <a:off x="5801362" y="96657"/>
            <a:ext cx="406780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Accuracy: 0.963 (96.3%)</a:t>
            </a:r>
          </a:p>
          <a:p>
            <a:pPr>
              <a:buClr>
                <a:schemeClr val="tx1"/>
              </a:buClr>
            </a:pPr>
            <a:endParaRPr lang="en-US" sz="900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Classification Report: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   precision    recall  f1-score   support</a:t>
            </a:r>
          </a:p>
          <a:p>
            <a:pPr>
              <a:buClr>
                <a:schemeClr val="tx1"/>
              </a:buClr>
            </a:pPr>
            <a:endParaRPr lang="en-US" sz="900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A       0.93      0.94      0.93        67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B       0.98      0.98      0.98        61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C       0.97      0.91      0.94        35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D       0.94      0.94      0.94        18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E       0.91      0.96      0.94        54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F       1.00      1.00      1.00        42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G       0.94      0.94      0.94        16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H       0.93      1.00      0.96        13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I       1.00      1.00      1.00        13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J       0.94      1.00      0.97        16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K       1.00      1.00      1.00        22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L       1.00      1.00      1.00        12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M       0.94      1.00      0.97        16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N       1.00      0.95      0.97        19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O       0.98      0.98      0.98        47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P       1.00      0.95      0.97        19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Q       0.95      1.00      0.97        19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R       1.00      1.00      1.00        27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S       0.88      0.81      0.84        26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T       0.92      1.00      0.96        22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U       1.00      1.00      1.00        26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V       1.00      1.00      1.00        17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W       1.00      0.97      0.98        32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X       1.00      1.00      1.00        26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Y       1.00      0.88      0.94        26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       Z       0.90      0.90      0.90        21</a:t>
            </a:r>
          </a:p>
          <a:p>
            <a:pPr>
              <a:buClr>
                <a:schemeClr val="tx1"/>
              </a:buClr>
            </a:pPr>
            <a:endParaRPr lang="en-US" sz="900" dirty="0">
              <a:solidFill>
                <a:schemeClr val="tx1"/>
              </a:solidFill>
            </a:endParaRP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 accuracy                           0.96       712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   macro avg       0.97      0.97      0.97       712</a:t>
            </a:r>
          </a:p>
          <a:p>
            <a:pPr>
              <a:buClr>
                <a:schemeClr val="tx1"/>
              </a:buClr>
            </a:pPr>
            <a:r>
              <a:rPr lang="en-US" sz="900" dirty="0">
                <a:solidFill>
                  <a:schemeClr val="tx1"/>
                </a:solidFill>
              </a:rPr>
              <a:t>weighted avg       0.96      0.96      0.96       712</a:t>
            </a:r>
          </a:p>
          <a:p>
            <a:pPr>
              <a:buClr>
                <a:schemeClr val="tx1"/>
              </a:buClr>
            </a:pPr>
            <a:endParaRPr 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272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>
          <a:extLst>
            <a:ext uri="{FF2B5EF4-FFF2-40B4-BE49-F238E27FC236}">
              <a16:creationId xmlns:a16="http://schemas.microsoft.com/office/drawing/2014/main" id="{1D6A3BFB-6189-C6C4-4738-BF68D110E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33">
            <a:extLst>
              <a:ext uri="{FF2B5EF4-FFF2-40B4-BE49-F238E27FC236}">
                <a16:creationId xmlns:a16="http://schemas.microsoft.com/office/drawing/2014/main" id="{9542F585-9468-3979-007A-C675C33DB3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" y="1285807"/>
            <a:ext cx="3764400" cy="13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Conclusion</a:t>
            </a:r>
            <a:endParaRPr lang="en-US" noProof="0" dirty="0"/>
          </a:p>
        </p:txBody>
      </p:sp>
      <p:sp>
        <p:nvSpPr>
          <p:cNvPr id="1534" name="Google Shape;1534;p33">
            <a:extLst>
              <a:ext uri="{FF2B5EF4-FFF2-40B4-BE49-F238E27FC236}">
                <a16:creationId xmlns:a16="http://schemas.microsoft.com/office/drawing/2014/main" id="{F2F88343-9848-5DE5-C123-53B5AFDC30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95386" y="96657"/>
            <a:ext cx="1263983" cy="100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05</a:t>
            </a:r>
          </a:p>
        </p:txBody>
      </p:sp>
      <p:grpSp>
        <p:nvGrpSpPr>
          <p:cNvPr id="1536" name="Google Shape;1536;p33">
            <a:extLst>
              <a:ext uri="{FF2B5EF4-FFF2-40B4-BE49-F238E27FC236}">
                <a16:creationId xmlns:a16="http://schemas.microsoft.com/office/drawing/2014/main" id="{6F332487-85D0-F792-8E91-50636AC3551F}"/>
              </a:ext>
            </a:extLst>
          </p:cNvPr>
          <p:cNvGrpSpPr/>
          <p:nvPr/>
        </p:nvGrpSpPr>
        <p:grpSpPr>
          <a:xfrm>
            <a:off x="-1312494" y="3529769"/>
            <a:ext cx="3277952" cy="1537297"/>
            <a:chOff x="-1312494" y="3529769"/>
            <a:chExt cx="3277952" cy="1537297"/>
          </a:xfrm>
        </p:grpSpPr>
        <p:grpSp>
          <p:nvGrpSpPr>
            <p:cNvPr id="1537" name="Google Shape;1537;p33">
              <a:extLst>
                <a:ext uri="{FF2B5EF4-FFF2-40B4-BE49-F238E27FC236}">
                  <a16:creationId xmlns:a16="http://schemas.microsoft.com/office/drawing/2014/main" id="{2CF05795-A75D-91BF-C508-1FBE13029ABD}"/>
                </a:ext>
              </a:extLst>
            </p:cNvPr>
            <p:cNvGrpSpPr/>
            <p:nvPr/>
          </p:nvGrpSpPr>
          <p:grpSpPr>
            <a:xfrm>
              <a:off x="-1312494" y="3529769"/>
              <a:ext cx="2907181" cy="1177348"/>
              <a:chOff x="2442775" y="3274750"/>
              <a:chExt cx="1690025" cy="684425"/>
            </a:xfrm>
          </p:grpSpPr>
          <p:sp>
            <p:nvSpPr>
              <p:cNvPr id="1538" name="Google Shape;1538;p33">
                <a:extLst>
                  <a:ext uri="{FF2B5EF4-FFF2-40B4-BE49-F238E27FC236}">
                    <a16:creationId xmlns:a16="http://schemas.microsoft.com/office/drawing/2014/main" id="{29D1DCE7-C557-73B9-07BF-1A32A7639F7D}"/>
                  </a:ext>
                </a:extLst>
              </p:cNvPr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39" name="Google Shape;1539;p33">
                <a:extLst>
                  <a:ext uri="{FF2B5EF4-FFF2-40B4-BE49-F238E27FC236}">
                    <a16:creationId xmlns:a16="http://schemas.microsoft.com/office/drawing/2014/main" id="{D3CA3ACD-4875-5670-E2AC-ABCB3FF667E1}"/>
                  </a:ext>
                </a:extLst>
              </p:cNvPr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0" name="Google Shape;1540;p33">
                <a:extLst>
                  <a:ext uri="{FF2B5EF4-FFF2-40B4-BE49-F238E27FC236}">
                    <a16:creationId xmlns:a16="http://schemas.microsoft.com/office/drawing/2014/main" id="{716732CD-8437-C86E-4794-27B5FE46A20E}"/>
                  </a:ext>
                </a:extLst>
              </p:cNvPr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1" name="Google Shape;1541;p33">
                <a:extLst>
                  <a:ext uri="{FF2B5EF4-FFF2-40B4-BE49-F238E27FC236}">
                    <a16:creationId xmlns:a16="http://schemas.microsoft.com/office/drawing/2014/main" id="{ECBEE69B-80BC-6B5A-5269-EF4361A79508}"/>
                  </a:ext>
                </a:extLst>
              </p:cNvPr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2" name="Google Shape;1542;p33">
                <a:extLst>
                  <a:ext uri="{FF2B5EF4-FFF2-40B4-BE49-F238E27FC236}">
                    <a16:creationId xmlns:a16="http://schemas.microsoft.com/office/drawing/2014/main" id="{A92E8448-9C38-0002-3C81-8F6475616FD7}"/>
                  </a:ext>
                </a:extLst>
              </p:cNvPr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3" name="Google Shape;1543;p33">
                <a:extLst>
                  <a:ext uri="{FF2B5EF4-FFF2-40B4-BE49-F238E27FC236}">
                    <a16:creationId xmlns:a16="http://schemas.microsoft.com/office/drawing/2014/main" id="{36F49D84-4E22-D4FB-283A-18CBD5ACEDAB}"/>
                  </a:ext>
                </a:extLst>
              </p:cNvPr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4" name="Google Shape;1544;p33">
                <a:extLst>
                  <a:ext uri="{FF2B5EF4-FFF2-40B4-BE49-F238E27FC236}">
                    <a16:creationId xmlns:a16="http://schemas.microsoft.com/office/drawing/2014/main" id="{741CC54A-5A5C-81D1-8A3C-BA3290790646}"/>
                  </a:ext>
                </a:extLst>
              </p:cNvPr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5" name="Google Shape;1545;p33">
                <a:extLst>
                  <a:ext uri="{FF2B5EF4-FFF2-40B4-BE49-F238E27FC236}">
                    <a16:creationId xmlns:a16="http://schemas.microsoft.com/office/drawing/2014/main" id="{0C6CEFA5-3157-E0C2-2BC8-6AF8423D1AA1}"/>
                  </a:ext>
                </a:extLst>
              </p:cNvPr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6" name="Google Shape;1546;p33">
                <a:extLst>
                  <a:ext uri="{FF2B5EF4-FFF2-40B4-BE49-F238E27FC236}">
                    <a16:creationId xmlns:a16="http://schemas.microsoft.com/office/drawing/2014/main" id="{BD620519-0FCB-75AC-32EC-8FD892C72784}"/>
                  </a:ext>
                </a:extLst>
              </p:cNvPr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7" name="Google Shape;1547;p33">
                <a:extLst>
                  <a:ext uri="{FF2B5EF4-FFF2-40B4-BE49-F238E27FC236}">
                    <a16:creationId xmlns:a16="http://schemas.microsoft.com/office/drawing/2014/main" id="{BD030406-D1C4-8EBC-1412-B930BA4A84C0}"/>
                  </a:ext>
                </a:extLst>
              </p:cNvPr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8" name="Google Shape;1548;p33">
                <a:extLst>
                  <a:ext uri="{FF2B5EF4-FFF2-40B4-BE49-F238E27FC236}">
                    <a16:creationId xmlns:a16="http://schemas.microsoft.com/office/drawing/2014/main" id="{7FAD1A7E-4D32-F82D-9F8C-20B8CA5599E1}"/>
                  </a:ext>
                </a:extLst>
              </p:cNvPr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49" name="Google Shape;1549;p33">
                <a:extLst>
                  <a:ext uri="{FF2B5EF4-FFF2-40B4-BE49-F238E27FC236}">
                    <a16:creationId xmlns:a16="http://schemas.microsoft.com/office/drawing/2014/main" id="{B0C6442A-E33B-9756-30BF-76588D9895F0}"/>
                  </a:ext>
                </a:extLst>
              </p:cNvPr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0" name="Google Shape;1550;p33">
                <a:extLst>
                  <a:ext uri="{FF2B5EF4-FFF2-40B4-BE49-F238E27FC236}">
                    <a16:creationId xmlns:a16="http://schemas.microsoft.com/office/drawing/2014/main" id="{21B215D6-E355-B1C0-71E4-94FD6D147998}"/>
                  </a:ext>
                </a:extLst>
              </p:cNvPr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1" name="Google Shape;1551;p33">
                <a:extLst>
                  <a:ext uri="{FF2B5EF4-FFF2-40B4-BE49-F238E27FC236}">
                    <a16:creationId xmlns:a16="http://schemas.microsoft.com/office/drawing/2014/main" id="{A4119404-2823-1881-11C4-D20327EB7CA3}"/>
                  </a:ext>
                </a:extLst>
              </p:cNvPr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2" name="Google Shape;1552;p33">
                <a:extLst>
                  <a:ext uri="{FF2B5EF4-FFF2-40B4-BE49-F238E27FC236}">
                    <a16:creationId xmlns:a16="http://schemas.microsoft.com/office/drawing/2014/main" id="{C6B9A874-9A96-B0E0-8504-50753FB55B31}"/>
                  </a:ext>
                </a:extLst>
              </p:cNvPr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3" name="Google Shape;1553;p33">
                <a:extLst>
                  <a:ext uri="{FF2B5EF4-FFF2-40B4-BE49-F238E27FC236}">
                    <a16:creationId xmlns:a16="http://schemas.microsoft.com/office/drawing/2014/main" id="{C7333CE6-86D4-417E-6D76-52CACE4B153B}"/>
                  </a:ext>
                </a:extLst>
              </p:cNvPr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4" name="Google Shape;1554;p33">
                <a:extLst>
                  <a:ext uri="{FF2B5EF4-FFF2-40B4-BE49-F238E27FC236}">
                    <a16:creationId xmlns:a16="http://schemas.microsoft.com/office/drawing/2014/main" id="{D33EE27C-8EB9-6832-7D1E-C334D6281A45}"/>
                  </a:ext>
                </a:extLst>
              </p:cNvPr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5" name="Google Shape;1555;p33">
                <a:extLst>
                  <a:ext uri="{FF2B5EF4-FFF2-40B4-BE49-F238E27FC236}">
                    <a16:creationId xmlns:a16="http://schemas.microsoft.com/office/drawing/2014/main" id="{0D87DE7F-40DA-2225-E7CA-17DDEA4391B6}"/>
                  </a:ext>
                </a:extLst>
              </p:cNvPr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6" name="Google Shape;1556;p33">
                <a:extLst>
                  <a:ext uri="{FF2B5EF4-FFF2-40B4-BE49-F238E27FC236}">
                    <a16:creationId xmlns:a16="http://schemas.microsoft.com/office/drawing/2014/main" id="{A8E75B48-9992-5235-B706-905EF1B07B90}"/>
                  </a:ext>
                </a:extLst>
              </p:cNvPr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7" name="Google Shape;1557;p33">
                <a:extLst>
                  <a:ext uri="{FF2B5EF4-FFF2-40B4-BE49-F238E27FC236}">
                    <a16:creationId xmlns:a16="http://schemas.microsoft.com/office/drawing/2014/main" id="{1CCADA13-BDA3-DE6F-9DC8-97FBF064E73F}"/>
                  </a:ext>
                </a:extLst>
              </p:cNvPr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  <p:sp>
            <p:nvSpPr>
              <p:cNvPr id="1558" name="Google Shape;1558;p33">
                <a:extLst>
                  <a:ext uri="{FF2B5EF4-FFF2-40B4-BE49-F238E27FC236}">
                    <a16:creationId xmlns:a16="http://schemas.microsoft.com/office/drawing/2014/main" id="{6028EF67-5698-918A-18F4-C0742A70FC05}"/>
                  </a:ext>
                </a:extLst>
              </p:cNvPr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US" noProof="0" dirty="0"/>
              </a:p>
            </p:txBody>
          </p:sp>
        </p:grpSp>
        <p:sp>
          <p:nvSpPr>
            <p:cNvPr id="1559" name="Google Shape;1559;p33">
              <a:extLst>
                <a:ext uri="{FF2B5EF4-FFF2-40B4-BE49-F238E27FC236}">
                  <a16:creationId xmlns:a16="http://schemas.microsoft.com/office/drawing/2014/main" id="{60F49A72-B663-609A-A481-A20CDD25ED44}"/>
                </a:ext>
              </a:extLst>
            </p:cNvPr>
            <p:cNvSpPr/>
            <p:nvPr/>
          </p:nvSpPr>
          <p:spPr>
            <a:xfrm>
              <a:off x="1133858" y="4080540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  <p:sp>
          <p:nvSpPr>
            <p:cNvPr id="1560" name="Google Shape;1560;p33">
              <a:extLst>
                <a:ext uri="{FF2B5EF4-FFF2-40B4-BE49-F238E27FC236}">
                  <a16:creationId xmlns:a16="http://schemas.microsoft.com/office/drawing/2014/main" id="{15FA36FF-818C-1937-6A54-EA3F7DAC14E5}"/>
                </a:ext>
              </a:extLst>
            </p:cNvPr>
            <p:cNvSpPr/>
            <p:nvPr/>
          </p:nvSpPr>
          <p:spPr>
            <a:xfrm>
              <a:off x="142333" y="4235465"/>
              <a:ext cx="831600" cy="831600"/>
            </a:xfrm>
            <a:prstGeom prst="ellipse">
              <a:avLst/>
            </a:prstGeom>
            <a:gradFill>
              <a:gsLst>
                <a:gs pos="0">
                  <a:srgbClr val="FFFFFF">
                    <a:alpha val="52549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noProof="0" dirty="0">
                <a:latin typeface="Saira"/>
                <a:ea typeface="Saira"/>
                <a:cs typeface="Saira"/>
                <a:sym typeface="Saira"/>
              </a:endParaRPr>
            </a:p>
          </p:txBody>
        </p:sp>
      </p:grpSp>
      <p:cxnSp>
        <p:nvCxnSpPr>
          <p:cNvPr id="1561" name="Google Shape;1561;p33">
            <a:extLst>
              <a:ext uri="{FF2B5EF4-FFF2-40B4-BE49-F238E27FC236}">
                <a16:creationId xmlns:a16="http://schemas.microsoft.com/office/drawing/2014/main" id="{488BCB75-68BA-7222-6421-094B3505F3F8}"/>
              </a:ext>
            </a:extLst>
          </p:cNvPr>
          <p:cNvCxnSpPr/>
          <p:nvPr/>
        </p:nvCxnSpPr>
        <p:spPr>
          <a:xfrm>
            <a:off x="293819" y="1207901"/>
            <a:ext cx="3251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E083150-B91D-38D9-3474-ECEAE3B90406}"/>
              </a:ext>
            </a:extLst>
          </p:cNvPr>
          <p:cNvSpPr txBox="1"/>
          <p:nvPr/>
        </p:nvSpPr>
        <p:spPr>
          <a:xfrm>
            <a:off x="441206" y="2104328"/>
            <a:ext cx="29014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Positive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Questions?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Hand landmarks detection guide | Google AI Edge | Google AI for Developers">
            <a:extLst>
              <a:ext uri="{FF2B5EF4-FFF2-40B4-BE49-F238E27FC236}">
                <a16:creationId xmlns:a16="http://schemas.microsoft.com/office/drawing/2014/main" id="{6D7617C8-E6FB-2E7D-C196-538A9DBF7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863" y="2813425"/>
            <a:ext cx="5649358" cy="195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473470"/>
      </p:ext>
    </p:extLst>
  </p:cSld>
  <p:clrMapOvr>
    <a:masterClrMapping/>
  </p:clrMapOvr>
</p:sld>
</file>

<file path=ppt/theme/theme1.xml><?xml version="1.0" encoding="utf-8"?>
<a:theme xmlns:a="http://schemas.openxmlformats.org/drawingml/2006/main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BC01A626408744BF3FA39C970212A2" ma:contentTypeVersion="9" ma:contentTypeDescription="Create a new document." ma:contentTypeScope="" ma:versionID="82691be0af192c086a8fb3bd7433c3e0">
  <xsd:schema xmlns:xsd="http://www.w3.org/2001/XMLSchema" xmlns:xs="http://www.w3.org/2001/XMLSchema" xmlns:p="http://schemas.microsoft.com/office/2006/metadata/properties" xmlns:ns3="b9bdbe9f-ec68-4df6-92ea-8d7043213121" targetNamespace="http://schemas.microsoft.com/office/2006/metadata/properties" ma:root="true" ma:fieldsID="32e1b30b449bfeefd9489221204213a4" ns3:_="">
    <xsd:import namespace="b9bdbe9f-ec68-4df6-92ea-8d7043213121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bdbe9f-ec68-4df6-92ea-8d7043213121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bdbe9f-ec68-4df6-92ea-8d7043213121" xsi:nil="true"/>
  </documentManagement>
</p:properties>
</file>

<file path=customXml/itemProps1.xml><?xml version="1.0" encoding="utf-8"?>
<ds:datastoreItem xmlns:ds="http://schemas.openxmlformats.org/officeDocument/2006/customXml" ds:itemID="{E2CE2185-6913-4408-BE7F-1C23B21F39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3A16F2-7C0B-45A4-B55F-043B270D57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bdbe9f-ec68-4df6-92ea-8d70432131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061D2E3-7AD5-4ABA-9F9C-D074E1762C31}">
  <ds:schemaRefs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infopath/2007/PartnerControls"/>
    <ds:schemaRef ds:uri="b9bdbe9f-ec68-4df6-92ea-8d7043213121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Microsoft Office PowerPoint</Application>
  <PresentationFormat>On-screen Show (16:9)</PresentationFormat>
  <Paragraphs>77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Saira</vt:lpstr>
      <vt:lpstr>Aldrich</vt:lpstr>
      <vt:lpstr>Arial</vt:lpstr>
      <vt:lpstr>Information Technology Project Proposal by Slidesgo</vt:lpstr>
      <vt:lpstr>Sign language detection</vt:lpstr>
      <vt:lpstr>01</vt:lpstr>
      <vt:lpstr>The Problem</vt:lpstr>
      <vt:lpstr>Solution</vt:lpstr>
      <vt:lpstr>Data</vt:lpstr>
      <vt:lpstr>Results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duko steevensz</dc:creator>
  <cp:lastModifiedBy>Steevensz, Duko (251786)</cp:lastModifiedBy>
  <cp:revision>4</cp:revision>
  <dcterms:modified xsi:type="dcterms:W3CDTF">2026-01-30T14:52:28Z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0x0101003BBC01A626408744BF3FA39C970212A2</vt:lpwstr>
  </property>
</Properties>
</file>