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13"/>
  </p:notesMasterIdLst>
  <p:sldIdLst>
    <p:sldId id="256" r:id="rId5"/>
    <p:sldId id="258" r:id="rId6"/>
    <p:sldId id="260" r:id="rId7"/>
    <p:sldId id="278" r:id="rId8"/>
    <p:sldId id="279" r:id="rId9"/>
    <p:sldId id="280" r:id="rId10"/>
    <p:sldId id="282" r:id="rId11"/>
    <p:sldId id="281" r:id="rId12"/>
  </p:sldIdLst>
  <p:sldSz cx="9144000" cy="5143500" type="screen16x9"/>
  <p:notesSz cx="6858000" cy="9144000"/>
  <p:embeddedFontLst>
    <p:embeddedFont>
      <p:font typeface="Aldrich" panose="020B0604020202020204" charset="0"/>
      <p:regular r:id="rId14"/>
    </p:embeddedFont>
    <p:embeddedFont>
      <p:font typeface="Saira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A6C2D3-0246-413B-AE77-064004CC87F2}">
  <a:tblStyle styleId="{5FA6C2D3-0246-413B-AE77-064004CC87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26A4E9-0C15-44C4-92D4-A350B53876C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" y="1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1e81e8eaf5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1e81e8eaf5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1e81e8eaf55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1e81e8eaf55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>
          <a:extLst>
            <a:ext uri="{FF2B5EF4-FFF2-40B4-BE49-F238E27FC236}">
              <a16:creationId xmlns:a16="http://schemas.microsoft.com/office/drawing/2014/main" id="{BE7A4933-5595-C8BF-AB8D-7461430D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1e81e8eaf55_0_194:notes">
            <a:extLst>
              <a:ext uri="{FF2B5EF4-FFF2-40B4-BE49-F238E27FC236}">
                <a16:creationId xmlns:a16="http://schemas.microsoft.com/office/drawing/2014/main" id="{8D4871B7-0BAD-9006-CFBC-FB18C9C812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1e81e8eaf55_0_194:notes">
            <a:extLst>
              <a:ext uri="{FF2B5EF4-FFF2-40B4-BE49-F238E27FC236}">
                <a16:creationId xmlns:a16="http://schemas.microsoft.com/office/drawing/2014/main" id="{7B3832C2-21CF-F01A-26EE-166DBCAC1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5815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>
          <a:extLst>
            <a:ext uri="{FF2B5EF4-FFF2-40B4-BE49-F238E27FC236}">
              <a16:creationId xmlns:a16="http://schemas.microsoft.com/office/drawing/2014/main" id="{9C966621-9B88-8EB0-162A-FAF5F6C9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1e81e8eaf55_0_194:notes">
            <a:extLst>
              <a:ext uri="{FF2B5EF4-FFF2-40B4-BE49-F238E27FC236}">
                <a16:creationId xmlns:a16="http://schemas.microsoft.com/office/drawing/2014/main" id="{85CE9B17-BF7C-9035-F017-C79CE9646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1e81e8eaf55_0_194:notes">
            <a:extLst>
              <a:ext uri="{FF2B5EF4-FFF2-40B4-BE49-F238E27FC236}">
                <a16:creationId xmlns:a16="http://schemas.microsoft.com/office/drawing/2014/main" id="{CE1C6764-1E46-A413-2533-2EDA97E4E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807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>
          <a:extLst>
            <a:ext uri="{FF2B5EF4-FFF2-40B4-BE49-F238E27FC236}">
              <a16:creationId xmlns:a16="http://schemas.microsoft.com/office/drawing/2014/main" id="{131744A3-E001-01F2-009D-2F7F6D25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1e81e8eaf55_0_194:notes">
            <a:extLst>
              <a:ext uri="{FF2B5EF4-FFF2-40B4-BE49-F238E27FC236}">
                <a16:creationId xmlns:a16="http://schemas.microsoft.com/office/drawing/2014/main" id="{0AE94C50-A17D-B078-A6F8-89B0255B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1e81e8eaf55_0_194:notes">
            <a:extLst>
              <a:ext uri="{FF2B5EF4-FFF2-40B4-BE49-F238E27FC236}">
                <a16:creationId xmlns:a16="http://schemas.microsoft.com/office/drawing/2014/main" id="{456B6C31-4E19-1355-2D05-62364A19A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5886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>
          <a:extLst>
            <a:ext uri="{FF2B5EF4-FFF2-40B4-BE49-F238E27FC236}">
              <a16:creationId xmlns:a16="http://schemas.microsoft.com/office/drawing/2014/main" id="{14FDECB7-82D9-DD49-259F-9BC6D0FFF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1e81e8eaf55_0_194:notes">
            <a:extLst>
              <a:ext uri="{FF2B5EF4-FFF2-40B4-BE49-F238E27FC236}">
                <a16:creationId xmlns:a16="http://schemas.microsoft.com/office/drawing/2014/main" id="{BF3985AA-F56C-D7F5-F71E-E6E8DCBDAF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1e81e8eaf55_0_194:notes">
            <a:extLst>
              <a:ext uri="{FF2B5EF4-FFF2-40B4-BE49-F238E27FC236}">
                <a16:creationId xmlns:a16="http://schemas.microsoft.com/office/drawing/2014/main" id="{1CBEC344-68D6-0D59-8E76-84FCFBA19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0233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>
          <a:extLst>
            <a:ext uri="{FF2B5EF4-FFF2-40B4-BE49-F238E27FC236}">
              <a16:creationId xmlns:a16="http://schemas.microsoft.com/office/drawing/2014/main" id="{319345F0-3E76-D2C1-F1E5-15322BD7F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1e81e8eaf55_0_194:notes">
            <a:extLst>
              <a:ext uri="{FF2B5EF4-FFF2-40B4-BE49-F238E27FC236}">
                <a16:creationId xmlns:a16="http://schemas.microsoft.com/office/drawing/2014/main" id="{906D26A1-122D-8143-8A7D-572BE33FB1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1e81e8eaf55_0_194:notes">
            <a:extLst>
              <a:ext uri="{FF2B5EF4-FFF2-40B4-BE49-F238E27FC236}">
                <a16:creationId xmlns:a16="http://schemas.microsoft.com/office/drawing/2014/main" id="{D04EF134-FA86-0E55-2ACD-F7CEDAC462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8324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133023" y="2480375"/>
            <a:ext cx="37644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475223" y="1291225"/>
            <a:ext cx="1080000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5406576" y="694950"/>
            <a:ext cx="2604300" cy="375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oogle Shape;17;p3"/>
          <p:cNvGrpSpPr/>
          <p:nvPr/>
        </p:nvGrpSpPr>
        <p:grpSpPr>
          <a:xfrm>
            <a:off x="8161834" y="75534"/>
            <a:ext cx="3751693" cy="1477275"/>
            <a:chOff x="8161834" y="75534"/>
            <a:chExt cx="3751693" cy="1477275"/>
          </a:xfrm>
        </p:grpSpPr>
        <p:grpSp>
          <p:nvGrpSpPr>
            <p:cNvPr id="18" name="Google Shape;18;p3"/>
            <p:cNvGrpSpPr/>
            <p:nvPr/>
          </p:nvGrpSpPr>
          <p:grpSpPr>
            <a:xfrm>
              <a:off x="8371972" y="75540"/>
              <a:ext cx="3541556" cy="1323917"/>
              <a:chOff x="2133050" y="2071900"/>
              <a:chExt cx="2132825" cy="79730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" name="Google Shape;49;p3"/>
            <p:cNvSpPr/>
            <p:nvPr/>
          </p:nvSpPr>
          <p:spPr>
            <a:xfrm>
              <a:off x="8161834" y="721209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9036759" y="75534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>
            <a:spLocks noGrp="1"/>
          </p:cNvSpPr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4" name="Google Shape;374;p9"/>
          <p:cNvSpPr txBox="1">
            <a:spLocks noGrp="1"/>
          </p:cNvSpPr>
          <p:nvPr>
            <p:ph type="subTitle" idx="1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3"/>
          <p:cNvSpPr txBox="1">
            <a:spLocks noGrp="1"/>
          </p:cNvSpPr>
          <p:nvPr>
            <p:ph type="title" hasCustomPrompt="1"/>
          </p:nvPr>
        </p:nvSpPr>
        <p:spPr>
          <a:xfrm>
            <a:off x="1293604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2" hasCustomPrompt="1"/>
          </p:nvPr>
        </p:nvSpPr>
        <p:spPr>
          <a:xfrm>
            <a:off x="3883926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title" idx="3" hasCustomPrompt="1"/>
          </p:nvPr>
        </p:nvSpPr>
        <p:spPr>
          <a:xfrm>
            <a:off x="6471600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>
            <a:spLocks noGrp="1"/>
          </p:cNvSpPr>
          <p:nvPr>
            <p:ph type="title" idx="4" hasCustomPrompt="1"/>
          </p:nvPr>
        </p:nvSpPr>
        <p:spPr>
          <a:xfrm>
            <a:off x="1293604" y="31694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5" hasCustomPrompt="1"/>
          </p:nvPr>
        </p:nvSpPr>
        <p:spPr>
          <a:xfrm>
            <a:off x="3883926" y="31694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>
            <a:spLocks noGrp="1"/>
          </p:cNvSpPr>
          <p:nvPr>
            <p:ph type="title" idx="6" hasCustomPrompt="1"/>
          </p:nvPr>
        </p:nvSpPr>
        <p:spPr>
          <a:xfrm>
            <a:off x="6471600" y="31694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>
            <a:spLocks noGrp="1"/>
          </p:cNvSpPr>
          <p:nvPr>
            <p:ph type="title" idx="7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3"/>
          <p:cNvSpPr txBox="1">
            <a:spLocks noGrp="1"/>
          </p:cNvSpPr>
          <p:nvPr>
            <p:ph type="subTitle" idx="1"/>
          </p:nvPr>
        </p:nvSpPr>
        <p:spPr>
          <a:xfrm>
            <a:off x="720002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0" name="Google Shape;570;p13"/>
          <p:cNvSpPr txBox="1">
            <a:spLocks noGrp="1"/>
          </p:cNvSpPr>
          <p:nvPr>
            <p:ph type="subTitle" idx="8"/>
          </p:nvPr>
        </p:nvSpPr>
        <p:spPr>
          <a:xfrm>
            <a:off x="3310324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9"/>
          </p:nvPr>
        </p:nvSpPr>
        <p:spPr>
          <a:xfrm>
            <a:off x="5897998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subTitle" idx="13"/>
          </p:nvPr>
        </p:nvSpPr>
        <p:spPr>
          <a:xfrm>
            <a:off x="720002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4"/>
          </p:nvPr>
        </p:nvSpPr>
        <p:spPr>
          <a:xfrm>
            <a:off x="3310324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15"/>
          </p:nvPr>
        </p:nvSpPr>
        <p:spPr>
          <a:xfrm>
            <a:off x="5897998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575" name="Google Shape;575;p13"/>
          <p:cNvGrpSpPr/>
          <p:nvPr/>
        </p:nvGrpSpPr>
        <p:grpSpPr>
          <a:xfrm>
            <a:off x="7594475" y="-1910625"/>
            <a:ext cx="2151567" cy="3381325"/>
            <a:chOff x="7594475" y="-1910625"/>
            <a:chExt cx="2151567" cy="3381325"/>
          </a:xfrm>
        </p:grpSpPr>
        <p:grpSp>
          <p:nvGrpSpPr>
            <p:cNvPr id="576" name="Google Shape;576;p13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19" name="Google Shape;619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4475" y="-27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13"/>
          <p:cNvGrpSpPr/>
          <p:nvPr/>
        </p:nvGrpSpPr>
        <p:grpSpPr>
          <a:xfrm>
            <a:off x="-500554" y="3650100"/>
            <a:ext cx="2057554" cy="3254804"/>
            <a:chOff x="-500554" y="3650100"/>
            <a:chExt cx="2057554" cy="3254804"/>
          </a:xfrm>
        </p:grpSpPr>
        <p:grpSp>
          <p:nvGrpSpPr>
            <p:cNvPr id="622" name="Google Shape;622;p13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623" name="Google Shape;623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65" name="Google Shape;665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79650" y="4192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6" name="Google Shape;666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50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noProof="0" dirty="0"/>
              <a:t>Sign language detection</a:t>
            </a:r>
          </a:p>
        </p:txBody>
      </p:sp>
      <p:sp>
        <p:nvSpPr>
          <p:cNvPr id="1412" name="Google Shape;1412;p29"/>
          <p:cNvSpPr txBox="1">
            <a:spLocks noGrp="1"/>
          </p:cNvSpPr>
          <p:nvPr>
            <p:ph type="subTitle" idx="1"/>
          </p:nvPr>
        </p:nvSpPr>
        <p:spPr>
          <a:xfrm>
            <a:off x="-14582" y="4163155"/>
            <a:ext cx="5281480" cy="1248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1100" noProof="0" dirty="0"/>
              <a:t>Szabó, Marcell (255131)</a:t>
            </a:r>
          </a:p>
          <a:p>
            <a:pPr marL="0" lvl="0" indent="0" algn="l"/>
            <a:r>
              <a:rPr lang="en-US" sz="1100" noProof="0" dirty="0"/>
              <a:t>Barnard, Francois (252338)</a:t>
            </a:r>
          </a:p>
          <a:p>
            <a:pPr marL="0" lvl="0" indent="0" algn="l"/>
            <a:r>
              <a:rPr lang="en-US" sz="1100" noProof="0" dirty="0"/>
              <a:t>Steevensz, Duko (251786)</a:t>
            </a:r>
          </a:p>
          <a:p>
            <a:pPr marL="0" lvl="0" indent="0" algn="l"/>
            <a:endParaRPr lang="en-US" sz="1100" noProof="0" dirty="0"/>
          </a:p>
          <a:p>
            <a:pPr marL="0" indent="0" algn="l"/>
            <a:r>
              <a:rPr lang="en-US" sz="1100" noProof="0" dirty="0"/>
              <a:t>30-1-2026</a:t>
            </a:r>
          </a:p>
          <a:p>
            <a:pPr marL="0" lvl="0" indent="0" algn="l"/>
            <a:endParaRPr lang="en-US" sz="1100" noProof="0" dirty="0"/>
          </a:p>
        </p:txBody>
      </p:sp>
      <p:cxnSp>
        <p:nvCxnSpPr>
          <p:cNvPr id="1413" name="Google Shape;1413;p29"/>
          <p:cNvCxnSpPr/>
          <p:nvPr/>
        </p:nvCxnSpPr>
        <p:spPr>
          <a:xfrm>
            <a:off x="2145900" y="3459619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6538975" y="3223326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31"/>
          <p:cNvSpPr txBox="1">
            <a:spLocks noGrp="1"/>
          </p:cNvSpPr>
          <p:nvPr>
            <p:ph type="subTitle" idx="1"/>
          </p:nvPr>
        </p:nvSpPr>
        <p:spPr>
          <a:xfrm>
            <a:off x="720002" y="2130425"/>
            <a:ext cx="252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The Problem</a:t>
            </a:r>
          </a:p>
        </p:txBody>
      </p:sp>
      <p:sp>
        <p:nvSpPr>
          <p:cNvPr id="1509" name="Google Shape;1509;p31"/>
          <p:cNvSpPr txBox="1">
            <a:spLocks noGrp="1"/>
          </p:cNvSpPr>
          <p:nvPr>
            <p:ph type="title"/>
          </p:nvPr>
        </p:nvSpPr>
        <p:spPr>
          <a:xfrm>
            <a:off x="1293604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01</a:t>
            </a:r>
          </a:p>
        </p:txBody>
      </p:sp>
      <p:sp>
        <p:nvSpPr>
          <p:cNvPr id="1510" name="Google Shape;1510;p31"/>
          <p:cNvSpPr txBox="1">
            <a:spLocks noGrp="1"/>
          </p:cNvSpPr>
          <p:nvPr>
            <p:ph type="title" idx="2"/>
          </p:nvPr>
        </p:nvSpPr>
        <p:spPr>
          <a:xfrm>
            <a:off x="3883926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02</a:t>
            </a:r>
          </a:p>
        </p:txBody>
      </p:sp>
      <p:sp>
        <p:nvSpPr>
          <p:cNvPr id="1511" name="Google Shape;1511;p31"/>
          <p:cNvSpPr txBox="1">
            <a:spLocks noGrp="1"/>
          </p:cNvSpPr>
          <p:nvPr>
            <p:ph type="title" idx="3"/>
          </p:nvPr>
        </p:nvSpPr>
        <p:spPr>
          <a:xfrm>
            <a:off x="6471600" y="1608675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03</a:t>
            </a:r>
          </a:p>
        </p:txBody>
      </p:sp>
      <p:sp>
        <p:nvSpPr>
          <p:cNvPr id="1512" name="Google Shape;1512;p31"/>
          <p:cNvSpPr txBox="1">
            <a:spLocks noGrp="1"/>
          </p:cNvSpPr>
          <p:nvPr>
            <p:ph type="title" idx="4"/>
          </p:nvPr>
        </p:nvSpPr>
        <p:spPr>
          <a:xfrm>
            <a:off x="1293604" y="3350936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04</a:t>
            </a:r>
          </a:p>
        </p:txBody>
      </p:sp>
      <p:sp>
        <p:nvSpPr>
          <p:cNvPr id="1513" name="Google Shape;1513;p31"/>
          <p:cNvSpPr txBox="1">
            <a:spLocks noGrp="1"/>
          </p:cNvSpPr>
          <p:nvPr>
            <p:ph type="title" idx="5"/>
          </p:nvPr>
        </p:nvSpPr>
        <p:spPr>
          <a:xfrm>
            <a:off x="3883926" y="3350936"/>
            <a:ext cx="13785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05</a:t>
            </a:r>
          </a:p>
        </p:txBody>
      </p:sp>
      <p:sp>
        <p:nvSpPr>
          <p:cNvPr id="1515" name="Google Shape;1515;p31"/>
          <p:cNvSpPr txBox="1">
            <a:spLocks noGrp="1"/>
          </p:cNvSpPr>
          <p:nvPr>
            <p:ph type="title" idx="7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Table of contents</a:t>
            </a:r>
          </a:p>
        </p:txBody>
      </p:sp>
      <p:sp>
        <p:nvSpPr>
          <p:cNvPr id="1516" name="Google Shape;1516;p31"/>
          <p:cNvSpPr txBox="1">
            <a:spLocks noGrp="1"/>
          </p:cNvSpPr>
          <p:nvPr>
            <p:ph type="subTitle" idx="8"/>
          </p:nvPr>
        </p:nvSpPr>
        <p:spPr>
          <a:xfrm>
            <a:off x="3310324" y="2130425"/>
            <a:ext cx="252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Solution</a:t>
            </a:r>
          </a:p>
        </p:txBody>
      </p:sp>
      <p:sp>
        <p:nvSpPr>
          <p:cNvPr id="1517" name="Google Shape;1517;p31"/>
          <p:cNvSpPr txBox="1">
            <a:spLocks noGrp="1"/>
          </p:cNvSpPr>
          <p:nvPr>
            <p:ph type="subTitle" idx="9"/>
          </p:nvPr>
        </p:nvSpPr>
        <p:spPr>
          <a:xfrm>
            <a:off x="5897998" y="2130425"/>
            <a:ext cx="252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</a:t>
            </a:r>
            <a:endParaRPr lang="en-US" noProof="0" dirty="0"/>
          </a:p>
        </p:txBody>
      </p:sp>
      <p:sp>
        <p:nvSpPr>
          <p:cNvPr id="1518" name="Google Shape;1518;p31"/>
          <p:cNvSpPr txBox="1">
            <a:spLocks noGrp="1"/>
          </p:cNvSpPr>
          <p:nvPr>
            <p:ph type="subTitle" idx="13"/>
          </p:nvPr>
        </p:nvSpPr>
        <p:spPr>
          <a:xfrm>
            <a:off x="720002" y="3889461"/>
            <a:ext cx="252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Results</a:t>
            </a:r>
          </a:p>
        </p:txBody>
      </p:sp>
      <p:sp>
        <p:nvSpPr>
          <p:cNvPr id="1519" name="Google Shape;1519;p31"/>
          <p:cNvSpPr txBox="1">
            <a:spLocks noGrp="1"/>
          </p:cNvSpPr>
          <p:nvPr>
            <p:ph type="subTitle" idx="14"/>
          </p:nvPr>
        </p:nvSpPr>
        <p:spPr>
          <a:xfrm>
            <a:off x="3310324" y="3889461"/>
            <a:ext cx="252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New Addition </a:t>
            </a:r>
            <a:endParaRPr lang="en-US" noProof="0" dirty="0"/>
          </a:p>
        </p:txBody>
      </p:sp>
      <p:cxnSp>
        <p:nvCxnSpPr>
          <p:cNvPr id="1521" name="Google Shape;1521;p31"/>
          <p:cNvCxnSpPr/>
          <p:nvPr/>
        </p:nvCxnSpPr>
        <p:spPr>
          <a:xfrm>
            <a:off x="927450" y="2863525"/>
            <a:ext cx="7289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" name="Google Shape;1513;p31">
            <a:extLst>
              <a:ext uri="{FF2B5EF4-FFF2-40B4-BE49-F238E27FC236}">
                <a16:creationId xmlns:a16="http://schemas.microsoft.com/office/drawing/2014/main" id="{C75829A7-6A0F-51C2-46A3-5B7198F7DFB2}"/>
              </a:ext>
            </a:extLst>
          </p:cNvPr>
          <p:cNvSpPr txBox="1">
            <a:spLocks/>
          </p:cNvSpPr>
          <p:nvPr/>
        </p:nvSpPr>
        <p:spPr>
          <a:xfrm>
            <a:off x="6529739" y="3405811"/>
            <a:ext cx="13785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/>
              <a:t>06</a:t>
            </a:r>
          </a:p>
        </p:txBody>
      </p:sp>
      <p:sp>
        <p:nvSpPr>
          <p:cNvPr id="3" name="Google Shape;1519;p31">
            <a:extLst>
              <a:ext uri="{FF2B5EF4-FFF2-40B4-BE49-F238E27FC236}">
                <a16:creationId xmlns:a16="http://schemas.microsoft.com/office/drawing/2014/main" id="{D3CAC873-7D30-D1CB-FDC3-CB6B05427F43}"/>
              </a:ext>
            </a:extLst>
          </p:cNvPr>
          <p:cNvSpPr txBox="1">
            <a:spLocks/>
          </p:cNvSpPr>
          <p:nvPr/>
        </p:nvSpPr>
        <p:spPr>
          <a:xfrm>
            <a:off x="5956137" y="3944336"/>
            <a:ext cx="2526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marL="0" indent="0"/>
            <a:r>
              <a:rPr lang="en-US"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33"/>
          <p:cNvSpPr txBox="1">
            <a:spLocks noGrp="1"/>
          </p:cNvSpPr>
          <p:nvPr>
            <p:ph type="title"/>
          </p:nvPr>
        </p:nvSpPr>
        <p:spPr>
          <a:xfrm>
            <a:off x="37169" y="1285807"/>
            <a:ext cx="37644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The Problem</a:t>
            </a:r>
          </a:p>
        </p:txBody>
      </p:sp>
      <p:sp>
        <p:nvSpPr>
          <p:cNvPr id="1534" name="Google Shape;1534;p33"/>
          <p:cNvSpPr txBox="1">
            <a:spLocks noGrp="1"/>
          </p:cNvSpPr>
          <p:nvPr>
            <p:ph type="title" idx="2"/>
          </p:nvPr>
        </p:nvSpPr>
        <p:spPr>
          <a:xfrm>
            <a:off x="1379369" y="96657"/>
            <a:ext cx="1080000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01</a:t>
            </a:r>
          </a:p>
        </p:txBody>
      </p:sp>
      <p:grpSp>
        <p:nvGrpSpPr>
          <p:cNvPr id="1536" name="Google Shape;1536;p33"/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37" name="Google Shape;1537;p33"/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38" name="Google Shape;1538;p33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39" name="Google Shape;1539;p33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0" name="Google Shape;1540;p33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1" name="Google Shape;1541;p33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2" name="Google Shape;1542;p33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3" name="Google Shape;1543;p33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4" name="Google Shape;1544;p33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5" name="Google Shape;1545;p33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6" name="Google Shape;1546;p33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7" name="Google Shape;1547;p33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8" name="Google Shape;1548;p33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9" name="Google Shape;1549;p33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0" name="Google Shape;1550;p33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1" name="Google Shape;1551;p33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2" name="Google Shape;1552;p33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3" name="Google Shape;1553;p33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4" name="Google Shape;1554;p33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5" name="Google Shape;1555;p33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6" name="Google Shape;1556;p33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7" name="Google Shape;1557;p33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8" name="Google Shape;1558;p33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</p:grpSp>
        <p:sp>
          <p:nvSpPr>
            <p:cNvPr id="1559" name="Google Shape;1559;p33"/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60" name="Google Shape;1560;p33"/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cxnSp>
        <p:nvCxnSpPr>
          <p:cNvPr id="1561" name="Google Shape;1561;p33"/>
          <p:cNvCxnSpPr/>
          <p:nvPr/>
        </p:nvCxnSpPr>
        <p:spPr>
          <a:xfrm>
            <a:off x="293819" y="1207901"/>
            <a:ext cx="3251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2BE17EB-9498-7BA4-6F24-889456C16DA4}"/>
              </a:ext>
            </a:extLst>
          </p:cNvPr>
          <p:cNvSpPr txBox="1"/>
          <p:nvPr/>
        </p:nvSpPr>
        <p:spPr>
          <a:xfrm>
            <a:off x="441206" y="2104328"/>
            <a:ext cx="29014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30.000 people rely on NGT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Shortage of resources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52" name="Picture 4" descr="Terug naar voorpagina">
            <a:extLst>
              <a:ext uri="{FF2B5EF4-FFF2-40B4-BE49-F238E27FC236}">
                <a16:creationId xmlns:a16="http://schemas.microsoft.com/office/drawing/2014/main" id="{3C6CD427-D3BE-F5E1-0D8C-A923F8889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18919"/>
            <a:ext cx="3651132" cy="1428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>
          <a:extLst>
            <a:ext uri="{FF2B5EF4-FFF2-40B4-BE49-F238E27FC236}">
              <a16:creationId xmlns:a16="http://schemas.microsoft.com/office/drawing/2014/main" id="{A600DB47-B0F3-0DCA-E549-95A667E9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33">
            <a:extLst>
              <a:ext uri="{FF2B5EF4-FFF2-40B4-BE49-F238E27FC236}">
                <a16:creationId xmlns:a16="http://schemas.microsoft.com/office/drawing/2014/main" id="{89CDB46F-39BF-FA79-AB17-903FB9C56C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69" y="1285807"/>
            <a:ext cx="37644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Solution</a:t>
            </a:r>
            <a:endParaRPr lang="en-US" noProof="0" dirty="0"/>
          </a:p>
        </p:txBody>
      </p:sp>
      <p:sp>
        <p:nvSpPr>
          <p:cNvPr id="1534" name="Google Shape;1534;p33">
            <a:extLst>
              <a:ext uri="{FF2B5EF4-FFF2-40B4-BE49-F238E27FC236}">
                <a16:creationId xmlns:a16="http://schemas.microsoft.com/office/drawing/2014/main" id="{745E42E0-0933-FA29-D51D-4139D9C35AD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5386" y="96657"/>
            <a:ext cx="1263983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02</a:t>
            </a:r>
          </a:p>
        </p:txBody>
      </p:sp>
      <p:grpSp>
        <p:nvGrpSpPr>
          <p:cNvPr id="1536" name="Google Shape;1536;p33">
            <a:extLst>
              <a:ext uri="{FF2B5EF4-FFF2-40B4-BE49-F238E27FC236}">
                <a16:creationId xmlns:a16="http://schemas.microsoft.com/office/drawing/2014/main" id="{153F704E-536B-1AA2-2FEF-35D25C795FF8}"/>
              </a:ext>
            </a:extLst>
          </p:cNvPr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37" name="Google Shape;1537;p33">
              <a:extLst>
                <a:ext uri="{FF2B5EF4-FFF2-40B4-BE49-F238E27FC236}">
                  <a16:creationId xmlns:a16="http://schemas.microsoft.com/office/drawing/2014/main" id="{98F97E0C-03F1-2D75-3A37-87ED985B7627}"/>
                </a:ext>
              </a:extLst>
            </p:cNvPr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38" name="Google Shape;1538;p33">
                <a:extLst>
                  <a:ext uri="{FF2B5EF4-FFF2-40B4-BE49-F238E27FC236}">
                    <a16:creationId xmlns:a16="http://schemas.microsoft.com/office/drawing/2014/main" id="{6C74581C-C40B-8688-6423-AC6DA573F65F}"/>
                  </a:ext>
                </a:extLst>
              </p:cNvPr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39" name="Google Shape;1539;p33">
                <a:extLst>
                  <a:ext uri="{FF2B5EF4-FFF2-40B4-BE49-F238E27FC236}">
                    <a16:creationId xmlns:a16="http://schemas.microsoft.com/office/drawing/2014/main" id="{0F396FF0-F9BA-F6DC-F6FB-8E28E52A44AC}"/>
                  </a:ext>
                </a:extLst>
              </p:cNvPr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0" name="Google Shape;1540;p33">
                <a:extLst>
                  <a:ext uri="{FF2B5EF4-FFF2-40B4-BE49-F238E27FC236}">
                    <a16:creationId xmlns:a16="http://schemas.microsoft.com/office/drawing/2014/main" id="{1921FB56-6AF7-BAAA-A77F-5EDD6E6DD137}"/>
                  </a:ext>
                </a:extLst>
              </p:cNvPr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1" name="Google Shape;1541;p33">
                <a:extLst>
                  <a:ext uri="{FF2B5EF4-FFF2-40B4-BE49-F238E27FC236}">
                    <a16:creationId xmlns:a16="http://schemas.microsoft.com/office/drawing/2014/main" id="{CA4E196B-8563-ECD2-51A5-F0E3A12F436C}"/>
                  </a:ext>
                </a:extLst>
              </p:cNvPr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2" name="Google Shape;1542;p33">
                <a:extLst>
                  <a:ext uri="{FF2B5EF4-FFF2-40B4-BE49-F238E27FC236}">
                    <a16:creationId xmlns:a16="http://schemas.microsoft.com/office/drawing/2014/main" id="{DBCB789C-392B-0C75-4C80-FB6D1D300B14}"/>
                  </a:ext>
                </a:extLst>
              </p:cNvPr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3" name="Google Shape;1543;p33">
                <a:extLst>
                  <a:ext uri="{FF2B5EF4-FFF2-40B4-BE49-F238E27FC236}">
                    <a16:creationId xmlns:a16="http://schemas.microsoft.com/office/drawing/2014/main" id="{0DC07E69-0D6C-E875-5AC9-B06AEFB4B659}"/>
                  </a:ext>
                </a:extLst>
              </p:cNvPr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4" name="Google Shape;1544;p33">
                <a:extLst>
                  <a:ext uri="{FF2B5EF4-FFF2-40B4-BE49-F238E27FC236}">
                    <a16:creationId xmlns:a16="http://schemas.microsoft.com/office/drawing/2014/main" id="{71D99211-978C-6554-EF91-C9C97C935E1E}"/>
                  </a:ext>
                </a:extLst>
              </p:cNvPr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5" name="Google Shape;1545;p33">
                <a:extLst>
                  <a:ext uri="{FF2B5EF4-FFF2-40B4-BE49-F238E27FC236}">
                    <a16:creationId xmlns:a16="http://schemas.microsoft.com/office/drawing/2014/main" id="{FDD20A74-F2EE-FBDD-66DB-1FC265C3511A}"/>
                  </a:ext>
                </a:extLst>
              </p:cNvPr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6" name="Google Shape;1546;p33">
                <a:extLst>
                  <a:ext uri="{FF2B5EF4-FFF2-40B4-BE49-F238E27FC236}">
                    <a16:creationId xmlns:a16="http://schemas.microsoft.com/office/drawing/2014/main" id="{2C5CBD5A-B4CE-D0EF-F18A-30AE502D8C54}"/>
                  </a:ext>
                </a:extLst>
              </p:cNvPr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7" name="Google Shape;1547;p33">
                <a:extLst>
                  <a:ext uri="{FF2B5EF4-FFF2-40B4-BE49-F238E27FC236}">
                    <a16:creationId xmlns:a16="http://schemas.microsoft.com/office/drawing/2014/main" id="{218DAAAD-849E-E4C6-9D71-1A8E15018749}"/>
                  </a:ext>
                </a:extLst>
              </p:cNvPr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8" name="Google Shape;1548;p33">
                <a:extLst>
                  <a:ext uri="{FF2B5EF4-FFF2-40B4-BE49-F238E27FC236}">
                    <a16:creationId xmlns:a16="http://schemas.microsoft.com/office/drawing/2014/main" id="{5E220B75-B918-CB00-8C1B-F762AA363FC0}"/>
                  </a:ext>
                </a:extLst>
              </p:cNvPr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9" name="Google Shape;1549;p33">
                <a:extLst>
                  <a:ext uri="{FF2B5EF4-FFF2-40B4-BE49-F238E27FC236}">
                    <a16:creationId xmlns:a16="http://schemas.microsoft.com/office/drawing/2014/main" id="{A54422E9-F415-FB5D-7D92-00A0EAB402F2}"/>
                  </a:ext>
                </a:extLst>
              </p:cNvPr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0" name="Google Shape;1550;p33">
                <a:extLst>
                  <a:ext uri="{FF2B5EF4-FFF2-40B4-BE49-F238E27FC236}">
                    <a16:creationId xmlns:a16="http://schemas.microsoft.com/office/drawing/2014/main" id="{92364712-7E10-FA79-2529-FD16A62C3619}"/>
                  </a:ext>
                </a:extLst>
              </p:cNvPr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1" name="Google Shape;1551;p33">
                <a:extLst>
                  <a:ext uri="{FF2B5EF4-FFF2-40B4-BE49-F238E27FC236}">
                    <a16:creationId xmlns:a16="http://schemas.microsoft.com/office/drawing/2014/main" id="{0A0078A1-0F5F-78FF-0D12-8AC8392D5AFA}"/>
                  </a:ext>
                </a:extLst>
              </p:cNvPr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2" name="Google Shape;1552;p33">
                <a:extLst>
                  <a:ext uri="{FF2B5EF4-FFF2-40B4-BE49-F238E27FC236}">
                    <a16:creationId xmlns:a16="http://schemas.microsoft.com/office/drawing/2014/main" id="{8AAFE9CB-D6B6-1BB1-36D6-B4531963E252}"/>
                  </a:ext>
                </a:extLst>
              </p:cNvPr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3" name="Google Shape;1553;p33">
                <a:extLst>
                  <a:ext uri="{FF2B5EF4-FFF2-40B4-BE49-F238E27FC236}">
                    <a16:creationId xmlns:a16="http://schemas.microsoft.com/office/drawing/2014/main" id="{222838C7-8D66-332A-1B91-8257F0184033}"/>
                  </a:ext>
                </a:extLst>
              </p:cNvPr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4" name="Google Shape;1554;p33">
                <a:extLst>
                  <a:ext uri="{FF2B5EF4-FFF2-40B4-BE49-F238E27FC236}">
                    <a16:creationId xmlns:a16="http://schemas.microsoft.com/office/drawing/2014/main" id="{65753804-0D56-00AB-C44A-69C445835BE4}"/>
                  </a:ext>
                </a:extLst>
              </p:cNvPr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5" name="Google Shape;1555;p33">
                <a:extLst>
                  <a:ext uri="{FF2B5EF4-FFF2-40B4-BE49-F238E27FC236}">
                    <a16:creationId xmlns:a16="http://schemas.microsoft.com/office/drawing/2014/main" id="{E56273F5-971F-ABB4-92DA-F901A5158226}"/>
                  </a:ext>
                </a:extLst>
              </p:cNvPr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6" name="Google Shape;1556;p33">
                <a:extLst>
                  <a:ext uri="{FF2B5EF4-FFF2-40B4-BE49-F238E27FC236}">
                    <a16:creationId xmlns:a16="http://schemas.microsoft.com/office/drawing/2014/main" id="{4E56989A-F70C-5C81-677E-8E13D5B35E7B}"/>
                  </a:ext>
                </a:extLst>
              </p:cNvPr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7" name="Google Shape;1557;p33">
                <a:extLst>
                  <a:ext uri="{FF2B5EF4-FFF2-40B4-BE49-F238E27FC236}">
                    <a16:creationId xmlns:a16="http://schemas.microsoft.com/office/drawing/2014/main" id="{21CD9271-B7E7-0052-E85A-C4312ECC11A8}"/>
                  </a:ext>
                </a:extLst>
              </p:cNvPr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8" name="Google Shape;1558;p33">
                <a:extLst>
                  <a:ext uri="{FF2B5EF4-FFF2-40B4-BE49-F238E27FC236}">
                    <a16:creationId xmlns:a16="http://schemas.microsoft.com/office/drawing/2014/main" id="{42B91A0C-A58C-78CD-958A-D1DA3F0336E8}"/>
                  </a:ext>
                </a:extLst>
              </p:cNvPr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</p:grpSp>
        <p:sp>
          <p:nvSpPr>
            <p:cNvPr id="1559" name="Google Shape;1559;p33">
              <a:extLst>
                <a:ext uri="{FF2B5EF4-FFF2-40B4-BE49-F238E27FC236}">
                  <a16:creationId xmlns:a16="http://schemas.microsoft.com/office/drawing/2014/main" id="{0EEEB8A3-5D63-7E92-9A09-8C26BAED84D7}"/>
                </a:ext>
              </a:extLst>
            </p:cNvPr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60" name="Google Shape;1560;p33">
              <a:extLst>
                <a:ext uri="{FF2B5EF4-FFF2-40B4-BE49-F238E27FC236}">
                  <a16:creationId xmlns:a16="http://schemas.microsoft.com/office/drawing/2014/main" id="{E1EDC146-B4EA-0FB7-9890-CEE858E4693A}"/>
                </a:ext>
              </a:extLst>
            </p:cNvPr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cxnSp>
        <p:nvCxnSpPr>
          <p:cNvPr id="1561" name="Google Shape;1561;p33">
            <a:extLst>
              <a:ext uri="{FF2B5EF4-FFF2-40B4-BE49-F238E27FC236}">
                <a16:creationId xmlns:a16="http://schemas.microsoft.com/office/drawing/2014/main" id="{C560779F-BA48-E1A6-72AD-D9B69F8A21F5}"/>
              </a:ext>
            </a:extLst>
          </p:cNvPr>
          <p:cNvCxnSpPr/>
          <p:nvPr/>
        </p:nvCxnSpPr>
        <p:spPr>
          <a:xfrm>
            <a:off x="293819" y="1207901"/>
            <a:ext cx="3251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AA3F61C-7104-3DDE-1033-2D4AE75028CF}"/>
              </a:ext>
            </a:extLst>
          </p:cNvPr>
          <p:cNvSpPr txBox="1"/>
          <p:nvPr/>
        </p:nvSpPr>
        <p:spPr>
          <a:xfrm>
            <a:off x="441206" y="2104328"/>
            <a:ext cx="29014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Mediapipe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Hand landmarks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Instant feedback</a:t>
            </a:r>
          </a:p>
          <a:p>
            <a:pPr>
              <a:buClr>
                <a:schemeClr val="tx1"/>
              </a:buClr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Hand landmarks detection guide | Google AI Edge | Google AI for Developers">
            <a:extLst>
              <a:ext uri="{FF2B5EF4-FFF2-40B4-BE49-F238E27FC236}">
                <a16:creationId xmlns:a16="http://schemas.microsoft.com/office/drawing/2014/main" id="{1E8D9BE2-D498-FAE6-91DF-1E0888D63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863" y="2813425"/>
            <a:ext cx="5649358" cy="195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465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>
          <a:extLst>
            <a:ext uri="{FF2B5EF4-FFF2-40B4-BE49-F238E27FC236}">
              <a16:creationId xmlns:a16="http://schemas.microsoft.com/office/drawing/2014/main" id="{E0B932AC-4287-52BA-4AD9-9314A46D2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33">
            <a:extLst>
              <a:ext uri="{FF2B5EF4-FFF2-40B4-BE49-F238E27FC236}">
                <a16:creationId xmlns:a16="http://schemas.microsoft.com/office/drawing/2014/main" id="{DD11445D-EDCB-7236-D9D7-24429D9D05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69" y="1285807"/>
            <a:ext cx="37644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</a:t>
            </a:r>
            <a:endParaRPr lang="en-US" noProof="0" dirty="0"/>
          </a:p>
        </p:txBody>
      </p:sp>
      <p:sp>
        <p:nvSpPr>
          <p:cNvPr id="1534" name="Google Shape;1534;p33">
            <a:extLst>
              <a:ext uri="{FF2B5EF4-FFF2-40B4-BE49-F238E27FC236}">
                <a16:creationId xmlns:a16="http://schemas.microsoft.com/office/drawing/2014/main" id="{5346F2B3-2E76-A801-7C22-4AC74BED878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293566" y="96657"/>
            <a:ext cx="1337873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</a:t>
            </a:r>
            <a:r>
              <a:rPr lang="en-US" dirty="0"/>
              <a:t>3</a:t>
            </a:r>
            <a:endParaRPr lang="en-US" noProof="0" dirty="0"/>
          </a:p>
        </p:txBody>
      </p:sp>
      <p:grpSp>
        <p:nvGrpSpPr>
          <p:cNvPr id="1536" name="Google Shape;1536;p33">
            <a:extLst>
              <a:ext uri="{FF2B5EF4-FFF2-40B4-BE49-F238E27FC236}">
                <a16:creationId xmlns:a16="http://schemas.microsoft.com/office/drawing/2014/main" id="{0EF5ED96-C149-0644-0F04-51D29051CE0C}"/>
              </a:ext>
            </a:extLst>
          </p:cNvPr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37" name="Google Shape;1537;p33">
              <a:extLst>
                <a:ext uri="{FF2B5EF4-FFF2-40B4-BE49-F238E27FC236}">
                  <a16:creationId xmlns:a16="http://schemas.microsoft.com/office/drawing/2014/main" id="{A654301B-EA41-3A47-473E-D01D2017645F}"/>
                </a:ext>
              </a:extLst>
            </p:cNvPr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38" name="Google Shape;1538;p33">
                <a:extLst>
                  <a:ext uri="{FF2B5EF4-FFF2-40B4-BE49-F238E27FC236}">
                    <a16:creationId xmlns:a16="http://schemas.microsoft.com/office/drawing/2014/main" id="{913BDC87-16BB-34E7-4F3A-BD8394CFBC34}"/>
                  </a:ext>
                </a:extLst>
              </p:cNvPr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39" name="Google Shape;1539;p33">
                <a:extLst>
                  <a:ext uri="{FF2B5EF4-FFF2-40B4-BE49-F238E27FC236}">
                    <a16:creationId xmlns:a16="http://schemas.microsoft.com/office/drawing/2014/main" id="{A6CEAE94-9273-D712-461B-27FD2C2762C4}"/>
                  </a:ext>
                </a:extLst>
              </p:cNvPr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0" name="Google Shape;1540;p33">
                <a:extLst>
                  <a:ext uri="{FF2B5EF4-FFF2-40B4-BE49-F238E27FC236}">
                    <a16:creationId xmlns:a16="http://schemas.microsoft.com/office/drawing/2014/main" id="{EB681B1C-37C6-D7FA-F76B-816587543345}"/>
                  </a:ext>
                </a:extLst>
              </p:cNvPr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1" name="Google Shape;1541;p33">
                <a:extLst>
                  <a:ext uri="{FF2B5EF4-FFF2-40B4-BE49-F238E27FC236}">
                    <a16:creationId xmlns:a16="http://schemas.microsoft.com/office/drawing/2014/main" id="{7A9D90BE-C020-EC09-E19D-DCFDF99953BA}"/>
                  </a:ext>
                </a:extLst>
              </p:cNvPr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2" name="Google Shape;1542;p33">
                <a:extLst>
                  <a:ext uri="{FF2B5EF4-FFF2-40B4-BE49-F238E27FC236}">
                    <a16:creationId xmlns:a16="http://schemas.microsoft.com/office/drawing/2014/main" id="{F9179548-FCA9-84B0-F8E2-D59D6E90CBE8}"/>
                  </a:ext>
                </a:extLst>
              </p:cNvPr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3" name="Google Shape;1543;p33">
                <a:extLst>
                  <a:ext uri="{FF2B5EF4-FFF2-40B4-BE49-F238E27FC236}">
                    <a16:creationId xmlns:a16="http://schemas.microsoft.com/office/drawing/2014/main" id="{74282B91-D8A1-D95E-66D8-A3CF48701F25}"/>
                  </a:ext>
                </a:extLst>
              </p:cNvPr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4" name="Google Shape;1544;p33">
                <a:extLst>
                  <a:ext uri="{FF2B5EF4-FFF2-40B4-BE49-F238E27FC236}">
                    <a16:creationId xmlns:a16="http://schemas.microsoft.com/office/drawing/2014/main" id="{7E07FF89-227E-5CA5-6F75-712481D95BB6}"/>
                  </a:ext>
                </a:extLst>
              </p:cNvPr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5" name="Google Shape;1545;p33">
                <a:extLst>
                  <a:ext uri="{FF2B5EF4-FFF2-40B4-BE49-F238E27FC236}">
                    <a16:creationId xmlns:a16="http://schemas.microsoft.com/office/drawing/2014/main" id="{2DB0D3E2-926D-8CDD-39D1-2E1172734DAF}"/>
                  </a:ext>
                </a:extLst>
              </p:cNvPr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6" name="Google Shape;1546;p33">
                <a:extLst>
                  <a:ext uri="{FF2B5EF4-FFF2-40B4-BE49-F238E27FC236}">
                    <a16:creationId xmlns:a16="http://schemas.microsoft.com/office/drawing/2014/main" id="{643227D1-17AE-C2D8-E589-ED835E74682F}"/>
                  </a:ext>
                </a:extLst>
              </p:cNvPr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7" name="Google Shape;1547;p33">
                <a:extLst>
                  <a:ext uri="{FF2B5EF4-FFF2-40B4-BE49-F238E27FC236}">
                    <a16:creationId xmlns:a16="http://schemas.microsoft.com/office/drawing/2014/main" id="{225C5CE9-B346-2A11-3219-B2A7DDD4C348}"/>
                  </a:ext>
                </a:extLst>
              </p:cNvPr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8" name="Google Shape;1548;p33">
                <a:extLst>
                  <a:ext uri="{FF2B5EF4-FFF2-40B4-BE49-F238E27FC236}">
                    <a16:creationId xmlns:a16="http://schemas.microsoft.com/office/drawing/2014/main" id="{AE87F8C8-F846-08F3-EF29-2E94006C25CB}"/>
                  </a:ext>
                </a:extLst>
              </p:cNvPr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9" name="Google Shape;1549;p33">
                <a:extLst>
                  <a:ext uri="{FF2B5EF4-FFF2-40B4-BE49-F238E27FC236}">
                    <a16:creationId xmlns:a16="http://schemas.microsoft.com/office/drawing/2014/main" id="{BA6A5D89-2A21-BA93-BC1A-85A8C67C776E}"/>
                  </a:ext>
                </a:extLst>
              </p:cNvPr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0" name="Google Shape;1550;p33">
                <a:extLst>
                  <a:ext uri="{FF2B5EF4-FFF2-40B4-BE49-F238E27FC236}">
                    <a16:creationId xmlns:a16="http://schemas.microsoft.com/office/drawing/2014/main" id="{C0F59C03-38BC-1B00-A120-9FC30D19C88B}"/>
                  </a:ext>
                </a:extLst>
              </p:cNvPr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1" name="Google Shape;1551;p33">
                <a:extLst>
                  <a:ext uri="{FF2B5EF4-FFF2-40B4-BE49-F238E27FC236}">
                    <a16:creationId xmlns:a16="http://schemas.microsoft.com/office/drawing/2014/main" id="{F3FC0EFA-6B3A-A992-529E-7D919B65DB3D}"/>
                  </a:ext>
                </a:extLst>
              </p:cNvPr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2" name="Google Shape;1552;p33">
                <a:extLst>
                  <a:ext uri="{FF2B5EF4-FFF2-40B4-BE49-F238E27FC236}">
                    <a16:creationId xmlns:a16="http://schemas.microsoft.com/office/drawing/2014/main" id="{3317115F-ABED-4D09-B8C7-99EE1E326B2A}"/>
                  </a:ext>
                </a:extLst>
              </p:cNvPr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3" name="Google Shape;1553;p33">
                <a:extLst>
                  <a:ext uri="{FF2B5EF4-FFF2-40B4-BE49-F238E27FC236}">
                    <a16:creationId xmlns:a16="http://schemas.microsoft.com/office/drawing/2014/main" id="{305CA460-A549-94D7-E48F-BBD0EE6DF0A1}"/>
                  </a:ext>
                </a:extLst>
              </p:cNvPr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4" name="Google Shape;1554;p33">
                <a:extLst>
                  <a:ext uri="{FF2B5EF4-FFF2-40B4-BE49-F238E27FC236}">
                    <a16:creationId xmlns:a16="http://schemas.microsoft.com/office/drawing/2014/main" id="{C4821E97-EF31-80A9-F8B8-833579F5AEF4}"/>
                  </a:ext>
                </a:extLst>
              </p:cNvPr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5" name="Google Shape;1555;p33">
                <a:extLst>
                  <a:ext uri="{FF2B5EF4-FFF2-40B4-BE49-F238E27FC236}">
                    <a16:creationId xmlns:a16="http://schemas.microsoft.com/office/drawing/2014/main" id="{09ECA8C1-E57D-F702-5381-3E231152CB57}"/>
                  </a:ext>
                </a:extLst>
              </p:cNvPr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6" name="Google Shape;1556;p33">
                <a:extLst>
                  <a:ext uri="{FF2B5EF4-FFF2-40B4-BE49-F238E27FC236}">
                    <a16:creationId xmlns:a16="http://schemas.microsoft.com/office/drawing/2014/main" id="{6E24825A-52A9-0B4A-5344-9AA00D6328AA}"/>
                  </a:ext>
                </a:extLst>
              </p:cNvPr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7" name="Google Shape;1557;p33">
                <a:extLst>
                  <a:ext uri="{FF2B5EF4-FFF2-40B4-BE49-F238E27FC236}">
                    <a16:creationId xmlns:a16="http://schemas.microsoft.com/office/drawing/2014/main" id="{EA1F407C-E14D-B8E3-510B-C3961B826200}"/>
                  </a:ext>
                </a:extLst>
              </p:cNvPr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8" name="Google Shape;1558;p33">
                <a:extLst>
                  <a:ext uri="{FF2B5EF4-FFF2-40B4-BE49-F238E27FC236}">
                    <a16:creationId xmlns:a16="http://schemas.microsoft.com/office/drawing/2014/main" id="{F37382C2-B3BD-8988-08C6-6853C2237815}"/>
                  </a:ext>
                </a:extLst>
              </p:cNvPr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</p:grpSp>
        <p:sp>
          <p:nvSpPr>
            <p:cNvPr id="1559" name="Google Shape;1559;p33">
              <a:extLst>
                <a:ext uri="{FF2B5EF4-FFF2-40B4-BE49-F238E27FC236}">
                  <a16:creationId xmlns:a16="http://schemas.microsoft.com/office/drawing/2014/main" id="{86283616-752D-7862-A3D5-271167CCD8C6}"/>
                </a:ext>
              </a:extLst>
            </p:cNvPr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60" name="Google Shape;1560;p33">
              <a:extLst>
                <a:ext uri="{FF2B5EF4-FFF2-40B4-BE49-F238E27FC236}">
                  <a16:creationId xmlns:a16="http://schemas.microsoft.com/office/drawing/2014/main" id="{2B2D6617-49A4-0FAA-36F8-79D6D8EF989D}"/>
                </a:ext>
              </a:extLst>
            </p:cNvPr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cxnSp>
        <p:nvCxnSpPr>
          <p:cNvPr id="1561" name="Google Shape;1561;p33">
            <a:extLst>
              <a:ext uri="{FF2B5EF4-FFF2-40B4-BE49-F238E27FC236}">
                <a16:creationId xmlns:a16="http://schemas.microsoft.com/office/drawing/2014/main" id="{569B0866-73B2-FEF2-2FCF-75AA58958AF1}"/>
              </a:ext>
            </a:extLst>
          </p:cNvPr>
          <p:cNvCxnSpPr/>
          <p:nvPr/>
        </p:nvCxnSpPr>
        <p:spPr>
          <a:xfrm>
            <a:off x="293819" y="1207901"/>
            <a:ext cx="3251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C1D35FB-71BD-D1E2-1BA2-B5B41194EA8C}"/>
              </a:ext>
            </a:extLst>
          </p:cNvPr>
          <p:cNvSpPr txBox="1"/>
          <p:nvPr/>
        </p:nvSpPr>
        <p:spPr>
          <a:xfrm>
            <a:off x="441206" y="2104328"/>
            <a:ext cx="29014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 initial data set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Collecting data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x,y,z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Final shape: (2848, 64)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RandomForestClassifier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BD34D-F1F8-47C5-E1BF-37DBF9061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079" y="1508706"/>
            <a:ext cx="3419952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>
          <a:extLst>
            <a:ext uri="{FF2B5EF4-FFF2-40B4-BE49-F238E27FC236}">
              <a16:creationId xmlns:a16="http://schemas.microsoft.com/office/drawing/2014/main" id="{22F48EFA-C635-ACDD-82C3-0E4CFF9D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33">
            <a:extLst>
              <a:ext uri="{FF2B5EF4-FFF2-40B4-BE49-F238E27FC236}">
                <a16:creationId xmlns:a16="http://schemas.microsoft.com/office/drawing/2014/main" id="{AA7B9509-0166-4A1F-AD28-D608C8CE33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69" y="1285807"/>
            <a:ext cx="37644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</a:t>
            </a:r>
            <a:endParaRPr lang="en-US" noProof="0" dirty="0"/>
          </a:p>
        </p:txBody>
      </p:sp>
      <p:sp>
        <p:nvSpPr>
          <p:cNvPr id="1534" name="Google Shape;1534;p33">
            <a:extLst>
              <a:ext uri="{FF2B5EF4-FFF2-40B4-BE49-F238E27FC236}">
                <a16:creationId xmlns:a16="http://schemas.microsoft.com/office/drawing/2014/main" id="{633104E9-E52E-262F-824F-6E67E328819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5386" y="96657"/>
            <a:ext cx="1263983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04</a:t>
            </a:r>
          </a:p>
        </p:txBody>
      </p:sp>
      <p:grpSp>
        <p:nvGrpSpPr>
          <p:cNvPr id="1536" name="Google Shape;1536;p33">
            <a:extLst>
              <a:ext uri="{FF2B5EF4-FFF2-40B4-BE49-F238E27FC236}">
                <a16:creationId xmlns:a16="http://schemas.microsoft.com/office/drawing/2014/main" id="{F49022D9-1972-BAB9-C8DD-48C07EB71F14}"/>
              </a:ext>
            </a:extLst>
          </p:cNvPr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37" name="Google Shape;1537;p33">
              <a:extLst>
                <a:ext uri="{FF2B5EF4-FFF2-40B4-BE49-F238E27FC236}">
                  <a16:creationId xmlns:a16="http://schemas.microsoft.com/office/drawing/2014/main" id="{80F71FD8-174F-186D-D95F-092F3581616B}"/>
                </a:ext>
              </a:extLst>
            </p:cNvPr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38" name="Google Shape;1538;p33">
                <a:extLst>
                  <a:ext uri="{FF2B5EF4-FFF2-40B4-BE49-F238E27FC236}">
                    <a16:creationId xmlns:a16="http://schemas.microsoft.com/office/drawing/2014/main" id="{96AAAB15-1D85-4806-66C2-88B34772B236}"/>
                  </a:ext>
                </a:extLst>
              </p:cNvPr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39" name="Google Shape;1539;p33">
                <a:extLst>
                  <a:ext uri="{FF2B5EF4-FFF2-40B4-BE49-F238E27FC236}">
                    <a16:creationId xmlns:a16="http://schemas.microsoft.com/office/drawing/2014/main" id="{B7EE2B73-D897-94D2-CC0A-444C3F96B4DF}"/>
                  </a:ext>
                </a:extLst>
              </p:cNvPr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0" name="Google Shape;1540;p33">
                <a:extLst>
                  <a:ext uri="{FF2B5EF4-FFF2-40B4-BE49-F238E27FC236}">
                    <a16:creationId xmlns:a16="http://schemas.microsoft.com/office/drawing/2014/main" id="{0F6D9AAC-5D10-F74F-B8D1-50F9D7F5C966}"/>
                  </a:ext>
                </a:extLst>
              </p:cNvPr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1" name="Google Shape;1541;p33">
                <a:extLst>
                  <a:ext uri="{FF2B5EF4-FFF2-40B4-BE49-F238E27FC236}">
                    <a16:creationId xmlns:a16="http://schemas.microsoft.com/office/drawing/2014/main" id="{85D510A9-4921-F6B0-AAF6-ABE7E830FAE9}"/>
                  </a:ext>
                </a:extLst>
              </p:cNvPr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2" name="Google Shape;1542;p33">
                <a:extLst>
                  <a:ext uri="{FF2B5EF4-FFF2-40B4-BE49-F238E27FC236}">
                    <a16:creationId xmlns:a16="http://schemas.microsoft.com/office/drawing/2014/main" id="{81D130B9-CFDE-62EC-3BE1-E57813B8BF36}"/>
                  </a:ext>
                </a:extLst>
              </p:cNvPr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3" name="Google Shape;1543;p33">
                <a:extLst>
                  <a:ext uri="{FF2B5EF4-FFF2-40B4-BE49-F238E27FC236}">
                    <a16:creationId xmlns:a16="http://schemas.microsoft.com/office/drawing/2014/main" id="{3EB4D1CD-CA3D-B859-29FE-7C1C2E88195D}"/>
                  </a:ext>
                </a:extLst>
              </p:cNvPr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4" name="Google Shape;1544;p33">
                <a:extLst>
                  <a:ext uri="{FF2B5EF4-FFF2-40B4-BE49-F238E27FC236}">
                    <a16:creationId xmlns:a16="http://schemas.microsoft.com/office/drawing/2014/main" id="{BF0DA7E2-68BE-3DF6-A6B3-03E7E474DE64}"/>
                  </a:ext>
                </a:extLst>
              </p:cNvPr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5" name="Google Shape;1545;p33">
                <a:extLst>
                  <a:ext uri="{FF2B5EF4-FFF2-40B4-BE49-F238E27FC236}">
                    <a16:creationId xmlns:a16="http://schemas.microsoft.com/office/drawing/2014/main" id="{F7358C2E-5FE5-F257-CA5A-D81166B8CA66}"/>
                  </a:ext>
                </a:extLst>
              </p:cNvPr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6" name="Google Shape;1546;p33">
                <a:extLst>
                  <a:ext uri="{FF2B5EF4-FFF2-40B4-BE49-F238E27FC236}">
                    <a16:creationId xmlns:a16="http://schemas.microsoft.com/office/drawing/2014/main" id="{249AEEEF-6CC2-63E3-14DB-BF58525A642E}"/>
                  </a:ext>
                </a:extLst>
              </p:cNvPr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7" name="Google Shape;1547;p33">
                <a:extLst>
                  <a:ext uri="{FF2B5EF4-FFF2-40B4-BE49-F238E27FC236}">
                    <a16:creationId xmlns:a16="http://schemas.microsoft.com/office/drawing/2014/main" id="{A048366D-A25C-33A8-196C-5F4D6807E057}"/>
                  </a:ext>
                </a:extLst>
              </p:cNvPr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8" name="Google Shape;1548;p33">
                <a:extLst>
                  <a:ext uri="{FF2B5EF4-FFF2-40B4-BE49-F238E27FC236}">
                    <a16:creationId xmlns:a16="http://schemas.microsoft.com/office/drawing/2014/main" id="{70FB416E-441E-9B37-94BD-63903BDA5F2B}"/>
                  </a:ext>
                </a:extLst>
              </p:cNvPr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9" name="Google Shape;1549;p33">
                <a:extLst>
                  <a:ext uri="{FF2B5EF4-FFF2-40B4-BE49-F238E27FC236}">
                    <a16:creationId xmlns:a16="http://schemas.microsoft.com/office/drawing/2014/main" id="{BF8BDBA0-7C02-4D76-D093-CC5B1B91DFF2}"/>
                  </a:ext>
                </a:extLst>
              </p:cNvPr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0" name="Google Shape;1550;p33">
                <a:extLst>
                  <a:ext uri="{FF2B5EF4-FFF2-40B4-BE49-F238E27FC236}">
                    <a16:creationId xmlns:a16="http://schemas.microsoft.com/office/drawing/2014/main" id="{8D541147-1753-5A47-51F0-D857E7D2A08B}"/>
                  </a:ext>
                </a:extLst>
              </p:cNvPr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1" name="Google Shape;1551;p33">
                <a:extLst>
                  <a:ext uri="{FF2B5EF4-FFF2-40B4-BE49-F238E27FC236}">
                    <a16:creationId xmlns:a16="http://schemas.microsoft.com/office/drawing/2014/main" id="{3D734C6C-8D4B-05C6-A526-693D61942305}"/>
                  </a:ext>
                </a:extLst>
              </p:cNvPr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2" name="Google Shape;1552;p33">
                <a:extLst>
                  <a:ext uri="{FF2B5EF4-FFF2-40B4-BE49-F238E27FC236}">
                    <a16:creationId xmlns:a16="http://schemas.microsoft.com/office/drawing/2014/main" id="{7EDB5EA8-852F-226B-4776-B6AD6F508887}"/>
                  </a:ext>
                </a:extLst>
              </p:cNvPr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3" name="Google Shape;1553;p33">
                <a:extLst>
                  <a:ext uri="{FF2B5EF4-FFF2-40B4-BE49-F238E27FC236}">
                    <a16:creationId xmlns:a16="http://schemas.microsoft.com/office/drawing/2014/main" id="{DC478898-1141-0A3B-1396-C4C8BA48BE0A}"/>
                  </a:ext>
                </a:extLst>
              </p:cNvPr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4" name="Google Shape;1554;p33">
                <a:extLst>
                  <a:ext uri="{FF2B5EF4-FFF2-40B4-BE49-F238E27FC236}">
                    <a16:creationId xmlns:a16="http://schemas.microsoft.com/office/drawing/2014/main" id="{7D574515-F218-C68F-6DC2-AB05613F32BE}"/>
                  </a:ext>
                </a:extLst>
              </p:cNvPr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5" name="Google Shape;1555;p33">
                <a:extLst>
                  <a:ext uri="{FF2B5EF4-FFF2-40B4-BE49-F238E27FC236}">
                    <a16:creationId xmlns:a16="http://schemas.microsoft.com/office/drawing/2014/main" id="{A7D4C6D8-25D4-D160-F551-1B970B561EA1}"/>
                  </a:ext>
                </a:extLst>
              </p:cNvPr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6" name="Google Shape;1556;p33">
                <a:extLst>
                  <a:ext uri="{FF2B5EF4-FFF2-40B4-BE49-F238E27FC236}">
                    <a16:creationId xmlns:a16="http://schemas.microsoft.com/office/drawing/2014/main" id="{C7CEBA6C-0942-0334-436C-C7FE1CCC91CF}"/>
                  </a:ext>
                </a:extLst>
              </p:cNvPr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7" name="Google Shape;1557;p33">
                <a:extLst>
                  <a:ext uri="{FF2B5EF4-FFF2-40B4-BE49-F238E27FC236}">
                    <a16:creationId xmlns:a16="http://schemas.microsoft.com/office/drawing/2014/main" id="{425A8506-ADEF-753E-EC4C-28BB0A34D9D5}"/>
                  </a:ext>
                </a:extLst>
              </p:cNvPr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8" name="Google Shape;1558;p33">
                <a:extLst>
                  <a:ext uri="{FF2B5EF4-FFF2-40B4-BE49-F238E27FC236}">
                    <a16:creationId xmlns:a16="http://schemas.microsoft.com/office/drawing/2014/main" id="{329A2691-6DD2-485F-9A05-84355EA49813}"/>
                  </a:ext>
                </a:extLst>
              </p:cNvPr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</p:grpSp>
        <p:sp>
          <p:nvSpPr>
            <p:cNvPr id="1559" name="Google Shape;1559;p33">
              <a:extLst>
                <a:ext uri="{FF2B5EF4-FFF2-40B4-BE49-F238E27FC236}">
                  <a16:creationId xmlns:a16="http://schemas.microsoft.com/office/drawing/2014/main" id="{36DDCCF1-039A-2DCB-6B93-86D0204896CF}"/>
                </a:ext>
              </a:extLst>
            </p:cNvPr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60" name="Google Shape;1560;p33">
              <a:extLst>
                <a:ext uri="{FF2B5EF4-FFF2-40B4-BE49-F238E27FC236}">
                  <a16:creationId xmlns:a16="http://schemas.microsoft.com/office/drawing/2014/main" id="{C12E4B1E-2A6D-4E82-E245-77F8F4C9A4A0}"/>
                </a:ext>
              </a:extLst>
            </p:cNvPr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cxnSp>
        <p:nvCxnSpPr>
          <p:cNvPr id="1561" name="Google Shape;1561;p33">
            <a:extLst>
              <a:ext uri="{FF2B5EF4-FFF2-40B4-BE49-F238E27FC236}">
                <a16:creationId xmlns:a16="http://schemas.microsoft.com/office/drawing/2014/main" id="{4053356A-A3B6-11BD-DAE6-34D4B1D9958B}"/>
              </a:ext>
            </a:extLst>
          </p:cNvPr>
          <p:cNvCxnSpPr/>
          <p:nvPr/>
        </p:nvCxnSpPr>
        <p:spPr>
          <a:xfrm>
            <a:off x="293819" y="1207901"/>
            <a:ext cx="3251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28F3A8-79DB-7095-72E2-F53FB2538C64}"/>
              </a:ext>
            </a:extLst>
          </p:cNvPr>
          <p:cNvSpPr txBox="1"/>
          <p:nvPr/>
        </p:nvSpPr>
        <p:spPr>
          <a:xfrm>
            <a:off x="441206" y="2104328"/>
            <a:ext cx="29014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User friendly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Instant feedback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limitations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7B9397-1914-EFA7-5D13-07BCEF71F05C}"/>
              </a:ext>
            </a:extLst>
          </p:cNvPr>
          <p:cNvSpPr txBox="1"/>
          <p:nvPr/>
        </p:nvSpPr>
        <p:spPr>
          <a:xfrm>
            <a:off x="5801362" y="96657"/>
            <a:ext cx="406780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Accuracy: 0.963 (96.3%)</a:t>
            </a:r>
          </a:p>
          <a:p>
            <a:pPr>
              <a:buClr>
                <a:schemeClr val="tx1"/>
              </a:buClr>
            </a:pPr>
            <a:endParaRPr lang="en-US" sz="9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Classification Report: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   precision    recall  f1-score   support</a:t>
            </a:r>
          </a:p>
          <a:p>
            <a:pPr>
              <a:buClr>
                <a:schemeClr val="tx1"/>
              </a:buClr>
            </a:pPr>
            <a:endParaRPr lang="en-US" sz="9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A       0.93      0.94      0.93        67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B       0.98      0.98      0.98        61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C       0.97      0.91      0.94        35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D       0.94      0.94      0.94        18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E       0.91      0.96      0.94        54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F       1.00      1.00      1.00        42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G       0.94      0.94      0.94        16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H       0.93      1.00      0.96        13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I       1.00      1.00      1.00        13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J       0.94      1.00      0.97        16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K       1.00      1.00      1.00        22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L       1.00      1.00      1.00        12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M       0.94      1.00      0.97        16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N       1.00      0.95      0.97        19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O       0.98      0.98      0.98        47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P       1.00      0.95      0.97        19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Q       0.95      1.00      0.97        19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R       1.00      1.00      1.00        27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S       0.88      0.81      0.84        26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T       0.92      1.00      0.96        22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U       1.00      1.00      1.00        26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V       1.00      1.00      1.00        17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W       1.00      0.97      0.98        32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X       1.00      1.00      1.00        26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Y       1.00      0.88      0.94        26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       Z       0.90      0.90      0.90        21</a:t>
            </a:r>
          </a:p>
          <a:p>
            <a:pPr>
              <a:buClr>
                <a:schemeClr val="tx1"/>
              </a:buClr>
            </a:pPr>
            <a:endParaRPr lang="en-US" sz="9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 accuracy                           0.96       712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   macro avg       0.97      0.97      0.97       712</a:t>
            </a:r>
          </a:p>
          <a:p>
            <a:pPr>
              <a:buClr>
                <a:schemeClr val="tx1"/>
              </a:buClr>
            </a:pPr>
            <a:r>
              <a:rPr lang="en-US" sz="900" dirty="0">
                <a:solidFill>
                  <a:schemeClr val="tx1"/>
                </a:solidFill>
              </a:rPr>
              <a:t>weighted avg       0.96      0.96      0.96       712</a:t>
            </a:r>
          </a:p>
          <a:p>
            <a:pPr>
              <a:buClr>
                <a:schemeClr val="tx1"/>
              </a:buClr>
            </a:pPr>
            <a:endParaRPr 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272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>
          <a:extLst>
            <a:ext uri="{FF2B5EF4-FFF2-40B4-BE49-F238E27FC236}">
              <a16:creationId xmlns:a16="http://schemas.microsoft.com/office/drawing/2014/main" id="{25EB668C-6F1F-1378-6251-312CB3B0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33">
            <a:extLst>
              <a:ext uri="{FF2B5EF4-FFF2-40B4-BE49-F238E27FC236}">
                <a16:creationId xmlns:a16="http://schemas.microsoft.com/office/drawing/2014/main" id="{4DB24082-4449-9789-0524-8AE3C8230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69" y="1285807"/>
            <a:ext cx="37644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New Ad</a:t>
            </a:r>
            <a:r>
              <a:rPr lang="en-US" dirty="0" err="1"/>
              <a:t>dition</a:t>
            </a:r>
            <a:endParaRPr lang="en-US" noProof="0" dirty="0"/>
          </a:p>
        </p:txBody>
      </p:sp>
      <p:sp>
        <p:nvSpPr>
          <p:cNvPr id="1534" name="Google Shape;1534;p33">
            <a:extLst>
              <a:ext uri="{FF2B5EF4-FFF2-40B4-BE49-F238E27FC236}">
                <a16:creationId xmlns:a16="http://schemas.microsoft.com/office/drawing/2014/main" id="{B9973195-9A1E-F347-7771-72D7E21EE23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5386" y="96657"/>
            <a:ext cx="1263983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0</a:t>
            </a:r>
            <a:r>
              <a:rPr lang="en-US" dirty="0"/>
              <a:t>5</a:t>
            </a:r>
            <a:endParaRPr lang="en-US" noProof="0" dirty="0"/>
          </a:p>
        </p:txBody>
      </p:sp>
      <p:grpSp>
        <p:nvGrpSpPr>
          <p:cNvPr id="1536" name="Google Shape;1536;p33">
            <a:extLst>
              <a:ext uri="{FF2B5EF4-FFF2-40B4-BE49-F238E27FC236}">
                <a16:creationId xmlns:a16="http://schemas.microsoft.com/office/drawing/2014/main" id="{1D806F52-B6B5-F0A4-D485-DEB22D8D0584}"/>
              </a:ext>
            </a:extLst>
          </p:cNvPr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37" name="Google Shape;1537;p33">
              <a:extLst>
                <a:ext uri="{FF2B5EF4-FFF2-40B4-BE49-F238E27FC236}">
                  <a16:creationId xmlns:a16="http://schemas.microsoft.com/office/drawing/2014/main" id="{6F36C5C4-C220-2F0D-506E-07280DBF426F}"/>
                </a:ext>
              </a:extLst>
            </p:cNvPr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38" name="Google Shape;1538;p33">
                <a:extLst>
                  <a:ext uri="{FF2B5EF4-FFF2-40B4-BE49-F238E27FC236}">
                    <a16:creationId xmlns:a16="http://schemas.microsoft.com/office/drawing/2014/main" id="{9CB98A1D-9660-D778-A99A-129F7FD18DCB}"/>
                  </a:ext>
                </a:extLst>
              </p:cNvPr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39" name="Google Shape;1539;p33">
                <a:extLst>
                  <a:ext uri="{FF2B5EF4-FFF2-40B4-BE49-F238E27FC236}">
                    <a16:creationId xmlns:a16="http://schemas.microsoft.com/office/drawing/2014/main" id="{6DFAC76E-71DF-3CA8-307C-AD29A67B5C95}"/>
                  </a:ext>
                </a:extLst>
              </p:cNvPr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0" name="Google Shape;1540;p33">
                <a:extLst>
                  <a:ext uri="{FF2B5EF4-FFF2-40B4-BE49-F238E27FC236}">
                    <a16:creationId xmlns:a16="http://schemas.microsoft.com/office/drawing/2014/main" id="{9B4BD2C5-B180-1788-5DA7-8AE2EBD9751C}"/>
                  </a:ext>
                </a:extLst>
              </p:cNvPr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1" name="Google Shape;1541;p33">
                <a:extLst>
                  <a:ext uri="{FF2B5EF4-FFF2-40B4-BE49-F238E27FC236}">
                    <a16:creationId xmlns:a16="http://schemas.microsoft.com/office/drawing/2014/main" id="{27136FDF-2F2D-8DE2-5022-3385BD4F2F3F}"/>
                  </a:ext>
                </a:extLst>
              </p:cNvPr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2" name="Google Shape;1542;p33">
                <a:extLst>
                  <a:ext uri="{FF2B5EF4-FFF2-40B4-BE49-F238E27FC236}">
                    <a16:creationId xmlns:a16="http://schemas.microsoft.com/office/drawing/2014/main" id="{C53DA2F5-F834-2909-9FC3-17C56BBDB5CB}"/>
                  </a:ext>
                </a:extLst>
              </p:cNvPr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3" name="Google Shape;1543;p33">
                <a:extLst>
                  <a:ext uri="{FF2B5EF4-FFF2-40B4-BE49-F238E27FC236}">
                    <a16:creationId xmlns:a16="http://schemas.microsoft.com/office/drawing/2014/main" id="{0B58087F-4E3D-2F94-D293-3726F0B1149B}"/>
                  </a:ext>
                </a:extLst>
              </p:cNvPr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4" name="Google Shape;1544;p33">
                <a:extLst>
                  <a:ext uri="{FF2B5EF4-FFF2-40B4-BE49-F238E27FC236}">
                    <a16:creationId xmlns:a16="http://schemas.microsoft.com/office/drawing/2014/main" id="{777F6547-B48F-505E-1399-6273CEEFB624}"/>
                  </a:ext>
                </a:extLst>
              </p:cNvPr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5" name="Google Shape;1545;p33">
                <a:extLst>
                  <a:ext uri="{FF2B5EF4-FFF2-40B4-BE49-F238E27FC236}">
                    <a16:creationId xmlns:a16="http://schemas.microsoft.com/office/drawing/2014/main" id="{332363F7-04BF-1FE1-B339-607EE3072397}"/>
                  </a:ext>
                </a:extLst>
              </p:cNvPr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6" name="Google Shape;1546;p33">
                <a:extLst>
                  <a:ext uri="{FF2B5EF4-FFF2-40B4-BE49-F238E27FC236}">
                    <a16:creationId xmlns:a16="http://schemas.microsoft.com/office/drawing/2014/main" id="{1F2D900A-E7F5-C1C4-22E2-B837000730C2}"/>
                  </a:ext>
                </a:extLst>
              </p:cNvPr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7" name="Google Shape;1547;p33">
                <a:extLst>
                  <a:ext uri="{FF2B5EF4-FFF2-40B4-BE49-F238E27FC236}">
                    <a16:creationId xmlns:a16="http://schemas.microsoft.com/office/drawing/2014/main" id="{34029A29-1D32-5263-D154-D12C92549F68}"/>
                  </a:ext>
                </a:extLst>
              </p:cNvPr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8" name="Google Shape;1548;p33">
                <a:extLst>
                  <a:ext uri="{FF2B5EF4-FFF2-40B4-BE49-F238E27FC236}">
                    <a16:creationId xmlns:a16="http://schemas.microsoft.com/office/drawing/2014/main" id="{6A1E4400-3A09-0F39-15AA-5798E157B314}"/>
                  </a:ext>
                </a:extLst>
              </p:cNvPr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9" name="Google Shape;1549;p33">
                <a:extLst>
                  <a:ext uri="{FF2B5EF4-FFF2-40B4-BE49-F238E27FC236}">
                    <a16:creationId xmlns:a16="http://schemas.microsoft.com/office/drawing/2014/main" id="{A920D6E5-42FB-5A02-CAB4-3E875F5C064B}"/>
                  </a:ext>
                </a:extLst>
              </p:cNvPr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0" name="Google Shape;1550;p33">
                <a:extLst>
                  <a:ext uri="{FF2B5EF4-FFF2-40B4-BE49-F238E27FC236}">
                    <a16:creationId xmlns:a16="http://schemas.microsoft.com/office/drawing/2014/main" id="{A1CFC665-745B-F5F5-E080-D40C8F826E4C}"/>
                  </a:ext>
                </a:extLst>
              </p:cNvPr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1" name="Google Shape;1551;p33">
                <a:extLst>
                  <a:ext uri="{FF2B5EF4-FFF2-40B4-BE49-F238E27FC236}">
                    <a16:creationId xmlns:a16="http://schemas.microsoft.com/office/drawing/2014/main" id="{03A3DB8B-4436-8340-A2AD-8999BACB0722}"/>
                  </a:ext>
                </a:extLst>
              </p:cNvPr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2" name="Google Shape;1552;p33">
                <a:extLst>
                  <a:ext uri="{FF2B5EF4-FFF2-40B4-BE49-F238E27FC236}">
                    <a16:creationId xmlns:a16="http://schemas.microsoft.com/office/drawing/2014/main" id="{5FE9084F-95F2-359B-E425-B7ECDF8E83B6}"/>
                  </a:ext>
                </a:extLst>
              </p:cNvPr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3" name="Google Shape;1553;p33">
                <a:extLst>
                  <a:ext uri="{FF2B5EF4-FFF2-40B4-BE49-F238E27FC236}">
                    <a16:creationId xmlns:a16="http://schemas.microsoft.com/office/drawing/2014/main" id="{BB6B555F-27F7-E183-D5D4-EDEB5EC40888}"/>
                  </a:ext>
                </a:extLst>
              </p:cNvPr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4" name="Google Shape;1554;p33">
                <a:extLst>
                  <a:ext uri="{FF2B5EF4-FFF2-40B4-BE49-F238E27FC236}">
                    <a16:creationId xmlns:a16="http://schemas.microsoft.com/office/drawing/2014/main" id="{E90B6EEC-322B-10C5-9E4F-A5B7BD1723A8}"/>
                  </a:ext>
                </a:extLst>
              </p:cNvPr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5" name="Google Shape;1555;p33">
                <a:extLst>
                  <a:ext uri="{FF2B5EF4-FFF2-40B4-BE49-F238E27FC236}">
                    <a16:creationId xmlns:a16="http://schemas.microsoft.com/office/drawing/2014/main" id="{557D2AF7-FB0B-CE97-7368-4FFE5563BB2D}"/>
                  </a:ext>
                </a:extLst>
              </p:cNvPr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6" name="Google Shape;1556;p33">
                <a:extLst>
                  <a:ext uri="{FF2B5EF4-FFF2-40B4-BE49-F238E27FC236}">
                    <a16:creationId xmlns:a16="http://schemas.microsoft.com/office/drawing/2014/main" id="{8FAEA4F2-5C5F-76C7-8D33-B7186665FB23}"/>
                  </a:ext>
                </a:extLst>
              </p:cNvPr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7" name="Google Shape;1557;p33">
                <a:extLst>
                  <a:ext uri="{FF2B5EF4-FFF2-40B4-BE49-F238E27FC236}">
                    <a16:creationId xmlns:a16="http://schemas.microsoft.com/office/drawing/2014/main" id="{72291154-2854-B7D9-2D8A-D08A842ED675}"/>
                  </a:ext>
                </a:extLst>
              </p:cNvPr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8" name="Google Shape;1558;p33">
                <a:extLst>
                  <a:ext uri="{FF2B5EF4-FFF2-40B4-BE49-F238E27FC236}">
                    <a16:creationId xmlns:a16="http://schemas.microsoft.com/office/drawing/2014/main" id="{BC70C51C-35AA-9DAB-C1B5-ED070D191136}"/>
                  </a:ext>
                </a:extLst>
              </p:cNvPr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</p:grpSp>
        <p:sp>
          <p:nvSpPr>
            <p:cNvPr id="1559" name="Google Shape;1559;p33">
              <a:extLst>
                <a:ext uri="{FF2B5EF4-FFF2-40B4-BE49-F238E27FC236}">
                  <a16:creationId xmlns:a16="http://schemas.microsoft.com/office/drawing/2014/main" id="{4FFB789B-5D27-EBBF-4CD7-90FB0A6FB785}"/>
                </a:ext>
              </a:extLst>
            </p:cNvPr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60" name="Google Shape;1560;p33">
              <a:extLst>
                <a:ext uri="{FF2B5EF4-FFF2-40B4-BE49-F238E27FC236}">
                  <a16:creationId xmlns:a16="http://schemas.microsoft.com/office/drawing/2014/main" id="{08CC5BB6-8713-796F-B12E-1E05AC74A5A1}"/>
                </a:ext>
              </a:extLst>
            </p:cNvPr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cxnSp>
        <p:nvCxnSpPr>
          <p:cNvPr id="1561" name="Google Shape;1561;p33">
            <a:extLst>
              <a:ext uri="{FF2B5EF4-FFF2-40B4-BE49-F238E27FC236}">
                <a16:creationId xmlns:a16="http://schemas.microsoft.com/office/drawing/2014/main" id="{C40E61AC-4C18-3695-2B07-C9AC60E00717}"/>
              </a:ext>
            </a:extLst>
          </p:cNvPr>
          <p:cNvCxnSpPr/>
          <p:nvPr/>
        </p:nvCxnSpPr>
        <p:spPr>
          <a:xfrm>
            <a:off x="293819" y="1207901"/>
            <a:ext cx="3251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172A93E-AACB-BC36-9AFA-89D31BA51F1E}"/>
              </a:ext>
            </a:extLst>
          </p:cNvPr>
          <p:cNvSpPr txBox="1"/>
          <p:nvPr/>
        </p:nvSpPr>
        <p:spPr>
          <a:xfrm>
            <a:off x="441206" y="2104328"/>
            <a:ext cx="29014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Word Spelling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Instant feedback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limitations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9C750-44D5-1FA2-8A03-712E0FCAF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114" y="1307961"/>
            <a:ext cx="4244018" cy="300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>
          <a:extLst>
            <a:ext uri="{FF2B5EF4-FFF2-40B4-BE49-F238E27FC236}">
              <a16:creationId xmlns:a16="http://schemas.microsoft.com/office/drawing/2014/main" id="{1D6A3BFB-6189-C6C4-4738-BF68D110E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33">
            <a:extLst>
              <a:ext uri="{FF2B5EF4-FFF2-40B4-BE49-F238E27FC236}">
                <a16:creationId xmlns:a16="http://schemas.microsoft.com/office/drawing/2014/main" id="{9542F585-9468-3979-007A-C675C33DB3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69" y="1285807"/>
            <a:ext cx="37644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lang="en-US" noProof="0" dirty="0"/>
          </a:p>
        </p:txBody>
      </p:sp>
      <p:sp>
        <p:nvSpPr>
          <p:cNvPr id="1534" name="Google Shape;1534;p33">
            <a:extLst>
              <a:ext uri="{FF2B5EF4-FFF2-40B4-BE49-F238E27FC236}">
                <a16:creationId xmlns:a16="http://schemas.microsoft.com/office/drawing/2014/main" id="{F2F88343-9848-5DE5-C123-53B5AFDC30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5386" y="96657"/>
            <a:ext cx="1378315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06</a:t>
            </a:r>
            <a:endParaRPr lang="en-US" noProof="0" dirty="0"/>
          </a:p>
        </p:txBody>
      </p:sp>
      <p:grpSp>
        <p:nvGrpSpPr>
          <p:cNvPr id="1536" name="Google Shape;1536;p33">
            <a:extLst>
              <a:ext uri="{FF2B5EF4-FFF2-40B4-BE49-F238E27FC236}">
                <a16:creationId xmlns:a16="http://schemas.microsoft.com/office/drawing/2014/main" id="{6F332487-85D0-F792-8E91-50636AC3551F}"/>
              </a:ext>
            </a:extLst>
          </p:cNvPr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37" name="Google Shape;1537;p33">
              <a:extLst>
                <a:ext uri="{FF2B5EF4-FFF2-40B4-BE49-F238E27FC236}">
                  <a16:creationId xmlns:a16="http://schemas.microsoft.com/office/drawing/2014/main" id="{2CF05795-A75D-91BF-C508-1FBE13029ABD}"/>
                </a:ext>
              </a:extLst>
            </p:cNvPr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38" name="Google Shape;1538;p33">
                <a:extLst>
                  <a:ext uri="{FF2B5EF4-FFF2-40B4-BE49-F238E27FC236}">
                    <a16:creationId xmlns:a16="http://schemas.microsoft.com/office/drawing/2014/main" id="{29D1DCE7-C557-73B9-07BF-1A32A7639F7D}"/>
                  </a:ext>
                </a:extLst>
              </p:cNvPr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39" name="Google Shape;1539;p33">
                <a:extLst>
                  <a:ext uri="{FF2B5EF4-FFF2-40B4-BE49-F238E27FC236}">
                    <a16:creationId xmlns:a16="http://schemas.microsoft.com/office/drawing/2014/main" id="{D3CA3ACD-4875-5670-E2AC-ABCB3FF667E1}"/>
                  </a:ext>
                </a:extLst>
              </p:cNvPr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0" name="Google Shape;1540;p33">
                <a:extLst>
                  <a:ext uri="{FF2B5EF4-FFF2-40B4-BE49-F238E27FC236}">
                    <a16:creationId xmlns:a16="http://schemas.microsoft.com/office/drawing/2014/main" id="{716732CD-8437-C86E-4794-27B5FE46A20E}"/>
                  </a:ext>
                </a:extLst>
              </p:cNvPr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1" name="Google Shape;1541;p33">
                <a:extLst>
                  <a:ext uri="{FF2B5EF4-FFF2-40B4-BE49-F238E27FC236}">
                    <a16:creationId xmlns:a16="http://schemas.microsoft.com/office/drawing/2014/main" id="{ECBEE69B-80BC-6B5A-5269-EF4361A79508}"/>
                  </a:ext>
                </a:extLst>
              </p:cNvPr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2" name="Google Shape;1542;p33">
                <a:extLst>
                  <a:ext uri="{FF2B5EF4-FFF2-40B4-BE49-F238E27FC236}">
                    <a16:creationId xmlns:a16="http://schemas.microsoft.com/office/drawing/2014/main" id="{A92E8448-9C38-0002-3C81-8F6475616FD7}"/>
                  </a:ext>
                </a:extLst>
              </p:cNvPr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3" name="Google Shape;1543;p33">
                <a:extLst>
                  <a:ext uri="{FF2B5EF4-FFF2-40B4-BE49-F238E27FC236}">
                    <a16:creationId xmlns:a16="http://schemas.microsoft.com/office/drawing/2014/main" id="{36F49D84-4E22-D4FB-283A-18CBD5ACEDAB}"/>
                  </a:ext>
                </a:extLst>
              </p:cNvPr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4" name="Google Shape;1544;p33">
                <a:extLst>
                  <a:ext uri="{FF2B5EF4-FFF2-40B4-BE49-F238E27FC236}">
                    <a16:creationId xmlns:a16="http://schemas.microsoft.com/office/drawing/2014/main" id="{741CC54A-5A5C-81D1-8A3C-BA3290790646}"/>
                  </a:ext>
                </a:extLst>
              </p:cNvPr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5" name="Google Shape;1545;p33">
                <a:extLst>
                  <a:ext uri="{FF2B5EF4-FFF2-40B4-BE49-F238E27FC236}">
                    <a16:creationId xmlns:a16="http://schemas.microsoft.com/office/drawing/2014/main" id="{0C6CEFA5-3157-E0C2-2BC8-6AF8423D1AA1}"/>
                  </a:ext>
                </a:extLst>
              </p:cNvPr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6" name="Google Shape;1546;p33">
                <a:extLst>
                  <a:ext uri="{FF2B5EF4-FFF2-40B4-BE49-F238E27FC236}">
                    <a16:creationId xmlns:a16="http://schemas.microsoft.com/office/drawing/2014/main" id="{BD620519-0FCB-75AC-32EC-8FD892C72784}"/>
                  </a:ext>
                </a:extLst>
              </p:cNvPr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7" name="Google Shape;1547;p33">
                <a:extLst>
                  <a:ext uri="{FF2B5EF4-FFF2-40B4-BE49-F238E27FC236}">
                    <a16:creationId xmlns:a16="http://schemas.microsoft.com/office/drawing/2014/main" id="{BD030406-D1C4-8EBC-1412-B930BA4A84C0}"/>
                  </a:ext>
                </a:extLst>
              </p:cNvPr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8" name="Google Shape;1548;p33">
                <a:extLst>
                  <a:ext uri="{FF2B5EF4-FFF2-40B4-BE49-F238E27FC236}">
                    <a16:creationId xmlns:a16="http://schemas.microsoft.com/office/drawing/2014/main" id="{7FAD1A7E-4D32-F82D-9F8C-20B8CA5599E1}"/>
                  </a:ext>
                </a:extLst>
              </p:cNvPr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49" name="Google Shape;1549;p33">
                <a:extLst>
                  <a:ext uri="{FF2B5EF4-FFF2-40B4-BE49-F238E27FC236}">
                    <a16:creationId xmlns:a16="http://schemas.microsoft.com/office/drawing/2014/main" id="{B0C6442A-E33B-9756-30BF-76588D9895F0}"/>
                  </a:ext>
                </a:extLst>
              </p:cNvPr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0" name="Google Shape;1550;p33">
                <a:extLst>
                  <a:ext uri="{FF2B5EF4-FFF2-40B4-BE49-F238E27FC236}">
                    <a16:creationId xmlns:a16="http://schemas.microsoft.com/office/drawing/2014/main" id="{21B215D6-E355-B1C0-71E4-94FD6D147998}"/>
                  </a:ext>
                </a:extLst>
              </p:cNvPr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1" name="Google Shape;1551;p33">
                <a:extLst>
                  <a:ext uri="{FF2B5EF4-FFF2-40B4-BE49-F238E27FC236}">
                    <a16:creationId xmlns:a16="http://schemas.microsoft.com/office/drawing/2014/main" id="{A4119404-2823-1881-11C4-D20327EB7CA3}"/>
                  </a:ext>
                </a:extLst>
              </p:cNvPr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2" name="Google Shape;1552;p33">
                <a:extLst>
                  <a:ext uri="{FF2B5EF4-FFF2-40B4-BE49-F238E27FC236}">
                    <a16:creationId xmlns:a16="http://schemas.microsoft.com/office/drawing/2014/main" id="{C6B9A874-9A96-B0E0-8504-50753FB55B31}"/>
                  </a:ext>
                </a:extLst>
              </p:cNvPr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3" name="Google Shape;1553;p33">
                <a:extLst>
                  <a:ext uri="{FF2B5EF4-FFF2-40B4-BE49-F238E27FC236}">
                    <a16:creationId xmlns:a16="http://schemas.microsoft.com/office/drawing/2014/main" id="{C7333CE6-86D4-417E-6D76-52CACE4B153B}"/>
                  </a:ext>
                </a:extLst>
              </p:cNvPr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4" name="Google Shape;1554;p33">
                <a:extLst>
                  <a:ext uri="{FF2B5EF4-FFF2-40B4-BE49-F238E27FC236}">
                    <a16:creationId xmlns:a16="http://schemas.microsoft.com/office/drawing/2014/main" id="{D33EE27C-8EB9-6832-7D1E-C334D6281A45}"/>
                  </a:ext>
                </a:extLst>
              </p:cNvPr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5" name="Google Shape;1555;p33">
                <a:extLst>
                  <a:ext uri="{FF2B5EF4-FFF2-40B4-BE49-F238E27FC236}">
                    <a16:creationId xmlns:a16="http://schemas.microsoft.com/office/drawing/2014/main" id="{0D87DE7F-40DA-2225-E7CA-17DDEA4391B6}"/>
                  </a:ext>
                </a:extLst>
              </p:cNvPr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6" name="Google Shape;1556;p33">
                <a:extLst>
                  <a:ext uri="{FF2B5EF4-FFF2-40B4-BE49-F238E27FC236}">
                    <a16:creationId xmlns:a16="http://schemas.microsoft.com/office/drawing/2014/main" id="{A8E75B48-9992-5235-B706-905EF1B07B90}"/>
                  </a:ext>
                </a:extLst>
              </p:cNvPr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7" name="Google Shape;1557;p33">
                <a:extLst>
                  <a:ext uri="{FF2B5EF4-FFF2-40B4-BE49-F238E27FC236}">
                    <a16:creationId xmlns:a16="http://schemas.microsoft.com/office/drawing/2014/main" id="{1CCADA13-BDA3-DE6F-9DC8-97FBF064E73F}"/>
                  </a:ext>
                </a:extLst>
              </p:cNvPr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  <p:sp>
            <p:nvSpPr>
              <p:cNvPr id="1558" name="Google Shape;1558;p33">
                <a:extLst>
                  <a:ext uri="{FF2B5EF4-FFF2-40B4-BE49-F238E27FC236}">
                    <a16:creationId xmlns:a16="http://schemas.microsoft.com/office/drawing/2014/main" id="{6028EF67-5698-918A-18F4-C0742A70FC05}"/>
                  </a:ext>
                </a:extLst>
              </p:cNvPr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/>
              </a:p>
            </p:txBody>
          </p:sp>
        </p:grpSp>
        <p:sp>
          <p:nvSpPr>
            <p:cNvPr id="1559" name="Google Shape;1559;p33">
              <a:extLst>
                <a:ext uri="{FF2B5EF4-FFF2-40B4-BE49-F238E27FC236}">
                  <a16:creationId xmlns:a16="http://schemas.microsoft.com/office/drawing/2014/main" id="{60F49A72-B663-609A-A481-A20CDD25ED44}"/>
                </a:ext>
              </a:extLst>
            </p:cNvPr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60" name="Google Shape;1560;p33">
              <a:extLst>
                <a:ext uri="{FF2B5EF4-FFF2-40B4-BE49-F238E27FC236}">
                  <a16:creationId xmlns:a16="http://schemas.microsoft.com/office/drawing/2014/main" id="{15FA36FF-818C-1937-6A54-EA3F7DAC14E5}"/>
                </a:ext>
              </a:extLst>
            </p:cNvPr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cxnSp>
        <p:nvCxnSpPr>
          <p:cNvPr id="1561" name="Google Shape;1561;p33">
            <a:extLst>
              <a:ext uri="{FF2B5EF4-FFF2-40B4-BE49-F238E27FC236}">
                <a16:creationId xmlns:a16="http://schemas.microsoft.com/office/drawing/2014/main" id="{488BCB75-68BA-7222-6421-094B3505F3F8}"/>
              </a:ext>
            </a:extLst>
          </p:cNvPr>
          <p:cNvCxnSpPr/>
          <p:nvPr/>
        </p:nvCxnSpPr>
        <p:spPr>
          <a:xfrm>
            <a:off x="293819" y="1207901"/>
            <a:ext cx="3251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083150-B91D-38D9-3474-ECEAE3B90406}"/>
              </a:ext>
            </a:extLst>
          </p:cNvPr>
          <p:cNvSpPr txBox="1"/>
          <p:nvPr/>
        </p:nvSpPr>
        <p:spPr>
          <a:xfrm>
            <a:off x="441206" y="2104328"/>
            <a:ext cx="29014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Positive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Questions?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Hand landmarks detection guide | Google AI Edge | Google AI for Developers">
            <a:extLst>
              <a:ext uri="{FF2B5EF4-FFF2-40B4-BE49-F238E27FC236}">
                <a16:creationId xmlns:a16="http://schemas.microsoft.com/office/drawing/2014/main" id="{6D7617C8-E6FB-2E7D-C196-538A9DBF7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863" y="2813425"/>
            <a:ext cx="5649358" cy="195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473470"/>
      </p:ext>
    </p:extLst>
  </p:cSld>
  <p:clrMapOvr>
    <a:masterClrMapping/>
  </p:clrMapOvr>
</p:sld>
</file>

<file path=ppt/theme/theme1.xml><?xml version="1.0" encoding="utf-8"?>
<a:theme xmlns:a="http://schemas.openxmlformats.org/drawingml/2006/main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BC01A626408744BF3FA39C970212A2" ma:contentTypeVersion="9" ma:contentTypeDescription="Create a new document." ma:contentTypeScope="" ma:versionID="82691be0af192c086a8fb3bd7433c3e0">
  <xsd:schema xmlns:xsd="http://www.w3.org/2001/XMLSchema" xmlns:xs="http://www.w3.org/2001/XMLSchema" xmlns:p="http://schemas.microsoft.com/office/2006/metadata/properties" xmlns:ns3="b9bdbe9f-ec68-4df6-92ea-8d7043213121" targetNamespace="http://schemas.microsoft.com/office/2006/metadata/properties" ma:root="true" ma:fieldsID="32e1b30b449bfeefd9489221204213a4" ns3:_="">
    <xsd:import namespace="b9bdbe9f-ec68-4df6-92ea-8d704321312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dbe9f-ec68-4df6-92ea-8d704321312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bdbe9f-ec68-4df6-92ea-8d7043213121" xsi:nil="true"/>
  </documentManagement>
</p:properties>
</file>

<file path=customXml/itemProps1.xml><?xml version="1.0" encoding="utf-8"?>
<ds:datastoreItem xmlns:ds="http://schemas.openxmlformats.org/officeDocument/2006/customXml" ds:itemID="{B53A16F2-7C0B-45A4-B55F-043B270D57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bdbe9f-ec68-4df6-92ea-8d70432131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CE2185-6913-4408-BE7F-1C23B21F39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61D2E3-7AD5-4ABA-9F9C-D074E1762C31}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b9bdbe9f-ec68-4df6-92ea-8d7043213121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On-screen Show (16:9)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Saira</vt:lpstr>
      <vt:lpstr>Aldrich</vt:lpstr>
      <vt:lpstr>Arial</vt:lpstr>
      <vt:lpstr>Information Technology Project Proposal by Slidesgo</vt:lpstr>
      <vt:lpstr>Sign language detection</vt:lpstr>
      <vt:lpstr>01</vt:lpstr>
      <vt:lpstr>The Problem</vt:lpstr>
      <vt:lpstr>Solution</vt:lpstr>
      <vt:lpstr>Data</vt:lpstr>
      <vt:lpstr>Results</vt:lpstr>
      <vt:lpstr>New Addition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duko steevensz</dc:creator>
  <cp:lastModifiedBy>Steevensz, Duko (251786)</cp:lastModifiedBy>
  <cp:revision>6</cp:revision>
  <dcterms:modified xsi:type="dcterms:W3CDTF">2026-04-09T21:12:50Z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0x0101003BBC01A626408744BF3FA39C970212A2</vt:lpwstr>
  </property>
</Properties>
</file>